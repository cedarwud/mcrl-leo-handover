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sldIdLst>
    <p:sldId id="1741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C73C34-6035-495E-B9F4-3AA130919FD8}" v="32" dt="2026-08-26T08:58:05.405"/>
    <p1510:client id="{CE890551-733F-4509-87CD-4DF67AC79DC3}" v="56" dt="2026-08-26T06:16:55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95" d="100"/>
          <a:sy n="95" d="100"/>
        </p:scale>
        <p:origin x="101" y="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柏宏 吳" userId="4ce1f5e9156e18f0" providerId="LiveId" clId="{77D9D4B7-D214-42D7-95E8-9F07D2B636ED}"/>
    <pc:docChg chg="undo redo custSel addSld delSld modSld sldOrd">
      <pc:chgData name="柏宏 吳" userId="4ce1f5e9156e18f0" providerId="LiveId" clId="{77D9D4B7-D214-42D7-95E8-9F07D2B636ED}" dt="2026-08-26T09:06:47.577" v="608" actId="1035"/>
      <pc:docMkLst>
        <pc:docMk/>
      </pc:docMkLst>
      <pc:sldChg chg="addSp delSp modSp mod">
        <pc:chgData name="柏宏 吳" userId="4ce1f5e9156e18f0" providerId="LiveId" clId="{77D9D4B7-D214-42D7-95E8-9F07D2B636ED}" dt="2026-08-26T07:47:43.036" v="372" actId="14100"/>
        <pc:sldMkLst>
          <pc:docMk/>
          <pc:sldMk cId="0" sldId="257"/>
        </pc:sldMkLst>
        <pc:spChg chg="mod">
          <ac:chgData name="柏宏 吳" userId="4ce1f5e9156e18f0" providerId="LiveId" clId="{77D9D4B7-D214-42D7-95E8-9F07D2B636ED}" dt="2026-08-26T07:46:59.331" v="370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柏宏 吳" userId="4ce1f5e9156e18f0" providerId="LiveId" clId="{77D9D4B7-D214-42D7-95E8-9F07D2B636ED}" dt="2026-08-26T07:46:57.123" v="368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柏宏 吳" userId="4ce1f5e9156e18f0" providerId="LiveId" clId="{77D9D4B7-D214-42D7-95E8-9F07D2B636ED}" dt="2026-08-26T07:47:43.036" v="372" actId="14100"/>
          <ac:spMkLst>
            <pc:docMk/>
            <pc:sldMk cId="0" sldId="257"/>
            <ac:spMk id="19" creationId="{00000000-0000-0000-0000-000000000000}"/>
          </ac:spMkLst>
        </pc:spChg>
        <pc:spChg chg="add del mod">
          <ac:chgData name="柏宏 吳" userId="4ce1f5e9156e18f0" providerId="LiveId" clId="{77D9D4B7-D214-42D7-95E8-9F07D2B636ED}" dt="2026-08-26T07:43:26.893" v="349"/>
          <ac:spMkLst>
            <pc:docMk/>
            <pc:sldMk cId="0" sldId="257"/>
            <ac:spMk id="20" creationId="{4E9F0C49-26FE-C47E-8715-30DD58A35889}"/>
          </ac:spMkLst>
        </pc:spChg>
        <pc:spChg chg="add del mod">
          <ac:chgData name="柏宏 吳" userId="4ce1f5e9156e18f0" providerId="LiveId" clId="{77D9D4B7-D214-42D7-95E8-9F07D2B636ED}" dt="2026-08-26T07:45:25.902" v="352" actId="478"/>
          <ac:spMkLst>
            <pc:docMk/>
            <pc:sldMk cId="0" sldId="257"/>
            <ac:spMk id="22" creationId="{7144F117-A928-B528-FB04-7ACD43EB499C}"/>
          </ac:spMkLst>
        </pc:spChg>
      </pc:sldChg>
      <pc:sldChg chg="addSp delSp modSp add del mod">
        <pc:chgData name="柏宏 吳" userId="4ce1f5e9156e18f0" providerId="LiveId" clId="{77D9D4B7-D214-42D7-95E8-9F07D2B636ED}" dt="2026-08-26T08:44:45.380" v="519" actId="1036"/>
        <pc:sldMkLst>
          <pc:docMk/>
          <pc:sldMk cId="0" sldId="258"/>
        </pc:sldMkLst>
        <pc:spChg chg="add del mod">
          <ac:chgData name="柏宏 吳" userId="4ce1f5e9156e18f0" providerId="LiveId" clId="{77D9D4B7-D214-42D7-95E8-9F07D2B636ED}" dt="2026-08-23T10:47:09.551" v="136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柏宏 吳" userId="4ce1f5e9156e18f0" providerId="LiveId" clId="{77D9D4B7-D214-42D7-95E8-9F07D2B636ED}" dt="2026-08-26T08:34:24.994" v="480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柏宏 吳" userId="4ce1f5e9156e18f0" providerId="LiveId" clId="{77D9D4B7-D214-42D7-95E8-9F07D2B636ED}" dt="2026-08-26T04:44:27.953" v="268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柏宏 吳" userId="4ce1f5e9156e18f0" providerId="LiveId" clId="{77D9D4B7-D214-42D7-95E8-9F07D2B636ED}" dt="2026-08-26T08:36:11.846" v="482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柏宏 吳" userId="4ce1f5e9156e18f0" providerId="LiveId" clId="{77D9D4B7-D214-42D7-95E8-9F07D2B636ED}" dt="2026-08-26T08:44:45.380" v="519" actId="1036"/>
          <ac:spMkLst>
            <pc:docMk/>
            <pc:sldMk cId="0" sldId="258"/>
            <ac:spMk id="10" creationId="{C55CB837-7DCC-DCE8-1021-FDAD99220F10}"/>
          </ac:spMkLst>
        </pc:spChg>
      </pc:sldChg>
      <pc:sldChg chg="modSp mod ord">
        <pc:chgData name="柏宏 吳" userId="4ce1f5e9156e18f0" providerId="LiveId" clId="{77D9D4B7-D214-42D7-95E8-9F07D2B636ED}" dt="2026-08-26T08:04:26.619" v="416" actId="14100"/>
        <pc:sldMkLst>
          <pc:docMk/>
          <pc:sldMk cId="0" sldId="259"/>
        </pc:sldMkLst>
        <pc:spChg chg="mod">
          <ac:chgData name="柏宏 吳" userId="4ce1f5e9156e18f0" providerId="LiveId" clId="{77D9D4B7-D214-42D7-95E8-9F07D2B636ED}" dt="2026-08-26T04:38:32.414" v="253"/>
          <ac:spMkLst>
            <pc:docMk/>
            <pc:sldMk cId="0" sldId="259"/>
            <ac:spMk id="5" creationId="{00000000-0000-0000-0000-000000000000}"/>
          </ac:spMkLst>
        </pc:spChg>
        <pc:spChg chg="mod">
          <ac:chgData name="柏宏 吳" userId="4ce1f5e9156e18f0" providerId="LiveId" clId="{77D9D4B7-D214-42D7-95E8-9F07D2B636ED}" dt="2026-08-26T04:38:45.433" v="267" actId="1037"/>
          <ac:spMkLst>
            <pc:docMk/>
            <pc:sldMk cId="0" sldId="259"/>
            <ac:spMk id="6" creationId="{00000000-0000-0000-0000-000000000000}"/>
          </ac:spMkLst>
        </pc:spChg>
        <pc:spChg chg="mod">
          <ac:chgData name="柏宏 吳" userId="4ce1f5e9156e18f0" providerId="LiveId" clId="{77D9D4B7-D214-42D7-95E8-9F07D2B636ED}" dt="2026-08-26T08:03:46.993" v="406" actId="1035"/>
          <ac:spMkLst>
            <pc:docMk/>
            <pc:sldMk cId="0" sldId="259"/>
            <ac:spMk id="7" creationId="{00000000-0000-0000-0000-000000000000}"/>
          </ac:spMkLst>
        </pc:spChg>
        <pc:spChg chg="mod">
          <ac:chgData name="柏宏 吳" userId="4ce1f5e9156e18f0" providerId="LiveId" clId="{77D9D4B7-D214-42D7-95E8-9F07D2B636ED}" dt="2026-08-26T08:04:26.619" v="416" actId="14100"/>
          <ac:spMkLst>
            <pc:docMk/>
            <pc:sldMk cId="0" sldId="259"/>
            <ac:spMk id="8" creationId="{00000000-0000-0000-0000-000000000000}"/>
          </ac:spMkLst>
        </pc:spChg>
      </pc:sldChg>
      <pc:sldChg chg="modSp mod ord">
        <pc:chgData name="柏宏 吳" userId="4ce1f5e9156e18f0" providerId="LiveId" clId="{77D9D4B7-D214-42D7-95E8-9F07D2B636ED}" dt="2026-08-23T10:47:00.100" v="132" actId="20577"/>
        <pc:sldMkLst>
          <pc:docMk/>
          <pc:sldMk cId="0" sldId="260"/>
        </pc:sldMkLst>
        <pc:spChg chg="mod">
          <ac:chgData name="柏宏 吳" userId="4ce1f5e9156e18f0" providerId="LiveId" clId="{77D9D4B7-D214-42D7-95E8-9F07D2B636ED}" dt="2026-08-23T10:47:00.100" v="132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柏宏 吳" userId="4ce1f5e9156e18f0" providerId="LiveId" clId="{77D9D4B7-D214-42D7-95E8-9F07D2B636ED}" dt="2026-08-23T10:36:13.486" v="67" actId="1035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柏宏 吳" userId="4ce1f5e9156e18f0" providerId="LiveId" clId="{77D9D4B7-D214-42D7-95E8-9F07D2B636ED}" dt="2026-08-26T09:06:47.577" v="608" actId="1035"/>
        <pc:sldMkLst>
          <pc:docMk/>
          <pc:sldMk cId="0" sldId="261"/>
        </pc:sldMkLst>
        <pc:spChg chg="mod">
          <ac:chgData name="柏宏 吳" userId="4ce1f5e9156e18f0" providerId="LiveId" clId="{77D9D4B7-D214-42D7-95E8-9F07D2B636ED}" dt="2026-08-23T10:37:52.459" v="108"/>
          <ac:spMkLst>
            <pc:docMk/>
            <pc:sldMk cId="0" sldId="261"/>
            <ac:spMk id="6" creationId="{00000000-0000-0000-0000-000000000000}"/>
          </ac:spMkLst>
        </pc:spChg>
        <pc:spChg chg="mod">
          <ac:chgData name="柏宏 吳" userId="4ce1f5e9156e18f0" providerId="LiveId" clId="{77D9D4B7-D214-42D7-95E8-9F07D2B636ED}" dt="2026-08-26T05:03:59.536" v="271"/>
          <ac:spMkLst>
            <pc:docMk/>
            <pc:sldMk cId="0" sldId="261"/>
            <ac:spMk id="7" creationId="{00000000-0000-0000-0000-000000000000}"/>
          </ac:spMkLst>
        </pc:spChg>
        <pc:spChg chg="mod">
          <ac:chgData name="柏宏 吳" userId="4ce1f5e9156e18f0" providerId="LiveId" clId="{77D9D4B7-D214-42D7-95E8-9F07D2B636ED}" dt="2026-08-26T09:06:47.577" v="608" actId="1035"/>
          <ac:spMkLst>
            <pc:docMk/>
            <pc:sldMk cId="0" sldId="261"/>
            <ac:spMk id="8" creationId="{00000000-0000-0000-0000-000000000000}"/>
          </ac:spMkLst>
        </pc:spChg>
        <pc:spChg chg="mod">
          <ac:chgData name="柏宏 吳" userId="4ce1f5e9156e18f0" providerId="LiveId" clId="{77D9D4B7-D214-42D7-95E8-9F07D2B636ED}" dt="2026-08-26T09:06:47.577" v="608" actId="1035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柏宏 吳" userId="4ce1f5e9156e18f0" providerId="LiveId" clId="{77D9D4B7-D214-42D7-95E8-9F07D2B636ED}" dt="2026-08-26T08:47:42.209" v="532" actId="1036"/>
        <pc:sldMkLst>
          <pc:docMk/>
          <pc:sldMk cId="0" sldId="262"/>
        </pc:sldMkLst>
        <pc:spChg chg="mod">
          <ac:chgData name="柏宏 吳" userId="4ce1f5e9156e18f0" providerId="LiveId" clId="{77D9D4B7-D214-42D7-95E8-9F07D2B636ED}" dt="2026-08-23T10:38:11.153" v="114"/>
          <ac:spMkLst>
            <pc:docMk/>
            <pc:sldMk cId="0" sldId="262"/>
            <ac:spMk id="6" creationId="{00000000-0000-0000-0000-000000000000}"/>
          </ac:spMkLst>
        </pc:spChg>
        <pc:spChg chg="mod">
          <ac:chgData name="柏宏 吳" userId="4ce1f5e9156e18f0" providerId="LiveId" clId="{77D9D4B7-D214-42D7-95E8-9F07D2B636ED}" dt="2026-08-26T08:47:42.209" v="532" actId="1036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柏宏 吳" userId="4ce1f5e9156e18f0" providerId="LiveId" clId="{77D9D4B7-D214-42D7-95E8-9F07D2B636ED}" dt="2026-08-23T10:40:38.112" v="124"/>
        <pc:sldMkLst>
          <pc:docMk/>
          <pc:sldMk cId="0" sldId="263"/>
        </pc:sldMkLst>
        <pc:spChg chg="mod">
          <ac:chgData name="柏宏 吳" userId="4ce1f5e9156e18f0" providerId="LiveId" clId="{77D9D4B7-D214-42D7-95E8-9F07D2B636ED}" dt="2026-08-23T10:38:45.550" v="119"/>
          <ac:spMkLst>
            <pc:docMk/>
            <pc:sldMk cId="0" sldId="263"/>
            <ac:spMk id="6" creationId="{00000000-0000-0000-0000-000000000000}"/>
          </ac:spMkLst>
        </pc:spChg>
        <pc:spChg chg="mod">
          <ac:chgData name="柏宏 吳" userId="4ce1f5e9156e18f0" providerId="LiveId" clId="{77D9D4B7-D214-42D7-95E8-9F07D2B636ED}" dt="2026-08-23T10:40:38.112" v="124"/>
          <ac:spMkLst>
            <pc:docMk/>
            <pc:sldMk cId="0" sldId="263"/>
            <ac:spMk id="7" creationId="{00000000-0000-0000-0000-000000000000}"/>
          </ac:spMkLst>
        </pc:spChg>
        <pc:spChg chg="mod">
          <ac:chgData name="柏宏 吳" userId="4ce1f5e9156e18f0" providerId="LiveId" clId="{77D9D4B7-D214-42D7-95E8-9F07D2B636ED}" dt="2026-08-23T10:38:20.490" v="117"/>
          <ac:spMkLst>
            <pc:docMk/>
            <pc:sldMk cId="0" sldId="263"/>
            <ac:spMk id="8" creationId="{00000000-0000-0000-0000-000000000000}"/>
          </ac:spMkLst>
        </pc:spChg>
      </pc:sldChg>
      <pc:sldChg chg="addSp delSp modSp mod">
        <pc:chgData name="柏宏 吳" userId="4ce1f5e9156e18f0" providerId="LiveId" clId="{77D9D4B7-D214-42D7-95E8-9F07D2B636ED}" dt="2026-08-26T08:58:06.598" v="581" actId="20577"/>
        <pc:sldMkLst>
          <pc:docMk/>
          <pc:sldMk cId="0" sldId="264"/>
        </pc:sldMkLst>
        <pc:spChg chg="mod">
          <ac:chgData name="柏宏 吳" userId="4ce1f5e9156e18f0" providerId="LiveId" clId="{77D9D4B7-D214-42D7-95E8-9F07D2B636ED}" dt="2026-08-26T08:52:34.928" v="535" actId="20577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柏宏 吳" userId="4ce1f5e9156e18f0" providerId="LiveId" clId="{77D9D4B7-D214-42D7-95E8-9F07D2B636ED}" dt="2026-08-26T08:54:02.234" v="541"/>
          <ac:spMkLst>
            <pc:docMk/>
            <pc:sldMk cId="0" sldId="264"/>
            <ac:spMk id="3" creationId="{F3788F85-ACD4-D593-40B0-5A5252736987}"/>
          </ac:spMkLst>
        </pc:spChg>
        <pc:spChg chg="mod">
          <ac:chgData name="柏宏 吳" userId="4ce1f5e9156e18f0" providerId="LiveId" clId="{77D9D4B7-D214-42D7-95E8-9F07D2B636ED}" dt="2026-08-26T08:52:42.568" v="538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柏宏 吳" userId="4ce1f5e9156e18f0" providerId="LiveId" clId="{77D9D4B7-D214-42D7-95E8-9F07D2B636ED}" dt="2026-08-26T08:55:07.308" v="550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柏宏 吳" userId="4ce1f5e9156e18f0" providerId="LiveId" clId="{77D9D4B7-D214-42D7-95E8-9F07D2B636ED}" dt="2026-08-26T08:54:46.631" v="542"/>
          <ac:spMkLst>
            <pc:docMk/>
            <pc:sldMk cId="0" sldId="264"/>
            <ac:spMk id="11" creationId="{00000000-0000-0000-0000-000000000000}"/>
          </ac:spMkLst>
        </pc:spChg>
        <pc:spChg chg="del mod">
          <ac:chgData name="柏宏 吳" userId="4ce1f5e9156e18f0" providerId="LiveId" clId="{77D9D4B7-D214-42D7-95E8-9F07D2B636ED}" dt="2026-08-26T08:56:43.213" v="555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柏宏 吳" userId="4ce1f5e9156e18f0" providerId="LiveId" clId="{77D9D4B7-D214-42D7-95E8-9F07D2B636ED}" dt="2026-08-26T08:56:44.209" v="556" actId="478"/>
          <ac:spMkLst>
            <pc:docMk/>
            <pc:sldMk cId="0" sldId="264"/>
            <ac:spMk id="16" creationId="{00000000-0000-0000-0000-000000000000}"/>
          </ac:spMkLst>
        </pc:spChg>
        <pc:spChg chg="mod">
          <ac:chgData name="柏宏 吳" userId="4ce1f5e9156e18f0" providerId="LiveId" clId="{77D9D4B7-D214-42D7-95E8-9F07D2B636ED}" dt="2026-08-26T08:58:06.598" v="581" actId="20577"/>
          <ac:spMkLst>
            <pc:docMk/>
            <pc:sldMk cId="0" sldId="264"/>
            <ac:spMk id="17" creationId="{00000000-0000-0000-0000-000000000000}"/>
          </ac:spMkLst>
        </pc:spChg>
      </pc:sldChg>
      <pc:sldChg chg="addSp delSp add mod">
        <pc:chgData name="柏宏 吳" userId="4ce1f5e9156e18f0" providerId="LiveId" clId="{77D9D4B7-D214-42D7-95E8-9F07D2B636ED}" dt="2026-08-26T07:46:00.638" v="365" actId="22"/>
        <pc:sldMkLst>
          <pc:docMk/>
          <pc:sldMk cId="0" sldId="265"/>
        </pc:sldMkLst>
        <pc:spChg chg="del">
          <ac:chgData name="柏宏 吳" userId="4ce1f5e9156e18f0" providerId="LiveId" clId="{77D9D4B7-D214-42D7-95E8-9F07D2B636ED}" dt="2026-08-26T06:01:36.143" v="321" actId="478"/>
          <ac:spMkLst>
            <pc:docMk/>
            <pc:sldMk cId="0" sldId="265"/>
            <ac:spMk id="3" creationId="{00000000-0000-0000-0000-000000000000}"/>
          </ac:spMkLst>
        </pc:spChg>
        <pc:spChg chg="add">
          <ac:chgData name="柏宏 吳" userId="4ce1f5e9156e18f0" providerId="LiveId" clId="{77D9D4B7-D214-42D7-95E8-9F07D2B636ED}" dt="2026-08-26T07:46:00.638" v="365" actId="22"/>
          <ac:spMkLst>
            <pc:docMk/>
            <pc:sldMk cId="0" sldId="265"/>
            <ac:spMk id="10" creationId="{2719282D-4739-7283-593F-73EE56A9A937}"/>
          </ac:spMkLst>
        </pc:spChg>
        <pc:spChg chg="add del">
          <ac:chgData name="柏宏 吳" userId="4ce1f5e9156e18f0" providerId="LiveId" clId="{77D9D4B7-D214-42D7-95E8-9F07D2B636ED}" dt="2026-08-26T07:46:00.249" v="364" actId="478"/>
          <ac:spMkLst>
            <pc:docMk/>
            <pc:sldMk cId="0" sldId="265"/>
            <ac:spMk id="11" creationId="{D55141FE-9C4B-3D30-FE53-21D02C7D8E08}"/>
          </ac:spMkLst>
        </pc:spChg>
      </pc:sldChg>
      <pc:sldChg chg="addSp delSp modSp add mod">
        <pc:chgData name="柏宏 吳" userId="4ce1f5e9156e18f0" providerId="LiveId" clId="{77D9D4B7-D214-42D7-95E8-9F07D2B636ED}" dt="2026-08-26T07:45:57.493" v="363" actId="22"/>
        <pc:sldMkLst>
          <pc:docMk/>
          <pc:sldMk cId="0" sldId="266"/>
        </pc:sldMkLst>
        <pc:spChg chg="del">
          <ac:chgData name="柏宏 吳" userId="4ce1f5e9156e18f0" providerId="LiveId" clId="{77D9D4B7-D214-42D7-95E8-9F07D2B636ED}" dt="2026-08-26T06:01:12.945" v="311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柏宏 吳" userId="4ce1f5e9156e18f0" providerId="LiveId" clId="{77D9D4B7-D214-42D7-95E8-9F07D2B636ED}" dt="2026-08-26T06:01:46.402" v="323" actId="14100"/>
          <ac:spMkLst>
            <pc:docMk/>
            <pc:sldMk cId="0" sldId="266"/>
            <ac:spMk id="7" creationId="{00000000-0000-0000-0000-000000000000}"/>
          </ac:spMkLst>
        </pc:spChg>
        <pc:spChg chg="mod">
          <ac:chgData name="柏宏 吳" userId="4ce1f5e9156e18f0" providerId="LiveId" clId="{77D9D4B7-D214-42D7-95E8-9F07D2B636ED}" dt="2026-08-26T06:01:46.402" v="323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柏宏 吳" userId="4ce1f5e9156e18f0" providerId="LiveId" clId="{77D9D4B7-D214-42D7-95E8-9F07D2B636ED}" dt="2026-08-26T06:00:37.025" v="310" actId="1035"/>
          <ac:spMkLst>
            <pc:docMk/>
            <pc:sldMk cId="0" sldId="266"/>
            <ac:spMk id="9" creationId="{00000000-0000-0000-0000-000000000000}"/>
          </ac:spMkLst>
        </pc:spChg>
        <pc:spChg chg="add del mod">
          <ac:chgData name="柏宏 吳" userId="4ce1f5e9156e18f0" providerId="LiveId" clId="{77D9D4B7-D214-42D7-95E8-9F07D2B636ED}" dt="2026-08-26T07:45:57.035" v="362" actId="478"/>
          <ac:spMkLst>
            <pc:docMk/>
            <pc:sldMk cId="0" sldId="266"/>
            <ac:spMk id="10" creationId="{29F90E08-E262-EC97-ABE6-4DDEBE9C707E}"/>
          </ac:spMkLst>
        </pc:spChg>
        <pc:spChg chg="add">
          <ac:chgData name="柏宏 吳" userId="4ce1f5e9156e18f0" providerId="LiveId" clId="{77D9D4B7-D214-42D7-95E8-9F07D2B636ED}" dt="2026-08-26T07:45:57.493" v="363" actId="22"/>
          <ac:spMkLst>
            <pc:docMk/>
            <pc:sldMk cId="0" sldId="266"/>
            <ac:spMk id="11" creationId="{48BD22E6-FF0E-59E6-72CA-45DD7E9ED999}"/>
          </ac:spMkLst>
        </pc:spChg>
        <pc:spChg chg="add del mod">
          <ac:chgData name="柏宏 吳" userId="4ce1f5e9156e18f0" providerId="LiveId" clId="{77D9D4B7-D214-42D7-95E8-9F07D2B636ED}" dt="2026-08-26T06:02:37.051" v="326"/>
          <ac:spMkLst>
            <pc:docMk/>
            <pc:sldMk cId="0" sldId="266"/>
            <ac:spMk id="11" creationId="{A6496B03-4B0A-74D5-1854-CA2822AD06F7}"/>
          </ac:spMkLst>
        </pc:spChg>
        <pc:picChg chg="mod">
          <ac:chgData name="柏宏 吳" userId="4ce1f5e9156e18f0" providerId="LiveId" clId="{77D9D4B7-D214-42D7-95E8-9F07D2B636ED}" dt="2026-08-26T06:02:39.273" v="331" actId="1035"/>
          <ac:picMkLst>
            <pc:docMk/>
            <pc:sldMk cId="0" sldId="266"/>
            <ac:picMk id="6" creationId="{00000000-0000-0000-0000-000000000000}"/>
          </ac:picMkLst>
        </pc:picChg>
      </pc:sldChg>
      <pc:sldChg chg="addSp delSp add mod">
        <pc:chgData name="柏宏 吳" userId="4ce1f5e9156e18f0" providerId="LiveId" clId="{77D9D4B7-D214-42D7-95E8-9F07D2B636ED}" dt="2026-08-26T07:45:53.596" v="361" actId="22"/>
        <pc:sldMkLst>
          <pc:docMk/>
          <pc:sldMk cId="0" sldId="267"/>
        </pc:sldMkLst>
        <pc:spChg chg="del">
          <ac:chgData name="柏宏 吳" userId="4ce1f5e9156e18f0" providerId="LiveId" clId="{77D9D4B7-D214-42D7-95E8-9F07D2B636ED}" dt="2026-08-26T06:01:30.241" v="319" actId="478"/>
          <ac:spMkLst>
            <pc:docMk/>
            <pc:sldMk cId="0" sldId="267"/>
            <ac:spMk id="3" creationId="{00000000-0000-0000-0000-000000000000}"/>
          </ac:spMkLst>
        </pc:spChg>
        <pc:spChg chg="add">
          <ac:chgData name="柏宏 吳" userId="4ce1f5e9156e18f0" providerId="LiveId" clId="{77D9D4B7-D214-42D7-95E8-9F07D2B636ED}" dt="2026-08-26T07:45:53.596" v="361" actId="22"/>
          <ac:spMkLst>
            <pc:docMk/>
            <pc:sldMk cId="0" sldId="267"/>
            <ac:spMk id="15" creationId="{B4A06C9B-6CA3-B760-5E81-9B25F197C5CE}"/>
          </ac:spMkLst>
        </pc:spChg>
        <pc:spChg chg="add del">
          <ac:chgData name="柏宏 吳" userId="4ce1f5e9156e18f0" providerId="LiveId" clId="{77D9D4B7-D214-42D7-95E8-9F07D2B636ED}" dt="2026-08-26T07:45:53.208" v="360" actId="478"/>
          <ac:spMkLst>
            <pc:docMk/>
            <pc:sldMk cId="0" sldId="267"/>
            <ac:spMk id="16" creationId="{3BB6403A-82D4-C9ED-2226-ECB5558752F4}"/>
          </ac:spMkLst>
        </pc:spChg>
      </pc:sldChg>
      <pc:sldChg chg="addSp delSp modSp add mod">
        <pc:chgData name="柏宏 吳" userId="4ce1f5e9156e18f0" providerId="LiveId" clId="{77D9D4B7-D214-42D7-95E8-9F07D2B636ED}" dt="2026-08-26T07:45:50.246" v="359" actId="22"/>
        <pc:sldMkLst>
          <pc:docMk/>
          <pc:sldMk cId="0" sldId="268"/>
        </pc:sldMkLst>
        <pc:spChg chg="del mod">
          <ac:chgData name="柏宏 吳" userId="4ce1f5e9156e18f0" providerId="LiveId" clId="{77D9D4B7-D214-42D7-95E8-9F07D2B636ED}" dt="2026-08-26T06:01:27.301" v="317" actId="478"/>
          <ac:spMkLst>
            <pc:docMk/>
            <pc:sldMk cId="0" sldId="268"/>
            <ac:spMk id="3" creationId="{00000000-0000-0000-0000-000000000000}"/>
          </ac:spMkLst>
        </pc:spChg>
        <pc:spChg chg="add">
          <ac:chgData name="柏宏 吳" userId="4ce1f5e9156e18f0" providerId="LiveId" clId="{77D9D4B7-D214-42D7-95E8-9F07D2B636ED}" dt="2026-08-26T07:45:50.246" v="359" actId="22"/>
          <ac:spMkLst>
            <pc:docMk/>
            <pc:sldMk cId="0" sldId="268"/>
            <ac:spMk id="11" creationId="{D38568D6-FA1F-F0D5-4D47-3AB57050F02E}"/>
          </ac:spMkLst>
        </pc:spChg>
        <pc:spChg chg="add del mod">
          <ac:chgData name="柏宏 吳" userId="4ce1f5e9156e18f0" providerId="LiveId" clId="{77D9D4B7-D214-42D7-95E8-9F07D2B636ED}" dt="2026-08-26T07:45:49.915" v="358" actId="478"/>
          <ac:spMkLst>
            <pc:docMk/>
            <pc:sldMk cId="0" sldId="268"/>
            <ac:spMk id="12" creationId="{90E8DA96-560E-D164-D6B8-611A2B50D37F}"/>
          </ac:spMkLst>
        </pc:spChg>
      </pc:sldChg>
      <pc:sldChg chg="addSp delSp modSp add mod">
        <pc:chgData name="柏宏 吳" userId="4ce1f5e9156e18f0" providerId="LiveId" clId="{77D9D4B7-D214-42D7-95E8-9F07D2B636ED}" dt="2026-08-26T09:05:45.101" v="601" actId="1038"/>
        <pc:sldMkLst>
          <pc:docMk/>
          <pc:sldMk cId="0" sldId="269"/>
        </pc:sldMkLst>
        <pc:spChg chg="del">
          <ac:chgData name="柏宏 吳" userId="4ce1f5e9156e18f0" providerId="LiveId" clId="{77D9D4B7-D214-42D7-95E8-9F07D2B636ED}" dt="2026-08-26T06:18:11.653" v="345" actId="4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柏宏 吳" userId="4ce1f5e9156e18f0" providerId="LiveId" clId="{77D9D4B7-D214-42D7-95E8-9F07D2B636ED}" dt="2026-08-26T06:15:11.061" v="341"/>
          <ac:spMkLst>
            <pc:docMk/>
            <pc:sldMk cId="0" sldId="269"/>
            <ac:spMk id="5" creationId="{00000000-0000-0000-0000-000000000000}"/>
          </ac:spMkLst>
        </pc:spChg>
        <pc:spChg chg="mod">
          <ac:chgData name="柏宏 吳" userId="4ce1f5e9156e18f0" providerId="LiveId" clId="{77D9D4B7-D214-42D7-95E8-9F07D2B636ED}" dt="2026-08-26T06:15:39.324" v="342"/>
          <ac:spMkLst>
            <pc:docMk/>
            <pc:sldMk cId="0" sldId="269"/>
            <ac:spMk id="9" creationId="{00000000-0000-0000-0000-000000000000}"/>
          </ac:spMkLst>
        </pc:spChg>
        <pc:spChg chg="mod">
          <ac:chgData name="柏宏 吳" userId="4ce1f5e9156e18f0" providerId="LiveId" clId="{77D9D4B7-D214-42D7-95E8-9F07D2B636ED}" dt="2026-08-26T06:16:55.464" v="344"/>
          <ac:spMkLst>
            <pc:docMk/>
            <pc:sldMk cId="0" sldId="269"/>
            <ac:spMk id="12" creationId="{00000000-0000-0000-0000-000000000000}"/>
          </ac:spMkLst>
        </pc:spChg>
        <pc:spChg chg="add mod">
          <ac:chgData name="柏宏 吳" userId="4ce1f5e9156e18f0" providerId="LiveId" clId="{77D9D4B7-D214-42D7-95E8-9F07D2B636ED}" dt="2026-08-26T09:05:45.101" v="601" actId="1038"/>
          <ac:spMkLst>
            <pc:docMk/>
            <pc:sldMk cId="0" sldId="269"/>
            <ac:spMk id="13" creationId="{19E2B943-8028-E04D-4DBB-06AF0DA91D09}"/>
          </ac:spMkLst>
        </pc:spChg>
        <pc:spChg chg="add del mod">
          <ac:chgData name="柏宏 吳" userId="4ce1f5e9156e18f0" providerId="LiveId" clId="{77D9D4B7-D214-42D7-95E8-9F07D2B636ED}" dt="2026-08-26T06:12:20.232" v="340"/>
          <ac:spMkLst>
            <pc:docMk/>
            <pc:sldMk cId="0" sldId="269"/>
            <ac:spMk id="13" creationId="{C6697D23-9CE2-B77B-799F-522096098871}"/>
          </ac:spMkLst>
        </pc:spChg>
        <pc:spChg chg="add del">
          <ac:chgData name="柏宏 吳" userId="4ce1f5e9156e18f0" providerId="LiveId" clId="{77D9D4B7-D214-42D7-95E8-9F07D2B636ED}" dt="2026-08-26T07:45:44.681" v="355" actId="478"/>
          <ac:spMkLst>
            <pc:docMk/>
            <pc:sldMk cId="0" sldId="269"/>
            <ac:spMk id="15" creationId="{D8994D08-9C54-39F5-8114-E1121CDDB7EE}"/>
          </ac:spMkLst>
        </pc:spChg>
      </pc:sldChg>
      <pc:sldChg chg="add">
        <pc:chgData name="柏宏 吳" userId="4ce1f5e9156e18f0" providerId="LiveId" clId="{77D9D4B7-D214-42D7-95E8-9F07D2B636ED}" dt="2026-08-23T10:39:23.989" v="120"/>
        <pc:sldMkLst>
          <pc:docMk/>
          <pc:sldMk cId="566014316" sldId="17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C231B-6ECF-BED2-8D1A-4B59AAEE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FB534E6F-2B29-EDAE-BC53-9058A9A13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3523" y="4666024"/>
            <a:ext cx="7824976" cy="1438103"/>
          </a:xfrm>
        </p:spPr>
        <p:txBody>
          <a:bodyPr/>
          <a:lstStyle/>
          <a:p>
            <a:pPr algn="r"/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陳裕賢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 特聘教授 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國立臺北大學資訊工程系</a:t>
            </a:r>
            <a:r>
              <a:rPr lang="zh-TW" altLang="en-US" b="1" dirty="0"/>
              <a:t>                      </a:t>
            </a:r>
            <a:endParaRPr lang="en-US" altLang="zh-TW" dirty="0"/>
          </a:p>
          <a:p>
            <a:pPr algn="l"/>
            <a:endParaRPr lang="en-US" altLang="zh-TW" b="1" dirty="0"/>
          </a:p>
          <a:p>
            <a:pPr algn="l"/>
            <a:endParaRPr lang="en-US" altLang="zh-TW" dirty="0"/>
          </a:p>
          <a:p>
            <a:pPr algn="l"/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A600AC6D-58AC-BCAE-5870-E302746A8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662" y="1480945"/>
            <a:ext cx="10868082" cy="1143000"/>
          </a:xfrm>
        </p:spPr>
        <p:txBody>
          <a:bodyPr/>
          <a:lstStyle/>
          <a:p>
            <a:pPr algn="r"/>
            <a:r>
              <a:rPr lang="en-US" altLang="zh-TW" sz="4800" b="1" dirty="0">
                <a:solidFill>
                  <a:srgbClr val="000000"/>
                </a:solidFill>
              </a:rPr>
              <a:t>Chapter 5:</a:t>
            </a:r>
            <a:br>
              <a:rPr lang="en-US" altLang="zh-TW" sz="4800" b="1" dirty="0"/>
            </a:br>
            <a:r>
              <a:rPr lang="en-US" altLang="zh-TW" sz="4400" b="1" dirty="0"/>
              <a:t>Energy-Efficient and Power-Aware Handover Mechanisms</a:t>
            </a:r>
            <a:endParaRPr lang="zh-TW" altLang="en-US" sz="4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0" name="Picture 4" descr="http://www.csie.ntpu.edu.tw/images/logo.png">
            <a:extLst>
              <a:ext uri="{FF2B5EF4-FFF2-40B4-BE49-F238E27FC236}">
                <a16:creationId xmlns:a16="http://schemas.microsoft.com/office/drawing/2014/main" id="{47A5DBDD-C6EC-50DD-EAFD-A973EF465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57"/>
            <a:ext cx="4043589" cy="58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8C1596C-A1CC-644D-F582-0087E9A62597}"/>
              </a:ext>
            </a:extLst>
          </p:cNvPr>
          <p:cNvSpPr/>
          <p:nvPr/>
        </p:nvSpPr>
        <p:spPr>
          <a:xfrm>
            <a:off x="1517496" y="3445912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ea typeface="新細明體" panose="02020500000000000000" pitchFamily="18" charset="-120"/>
              </a:rPr>
              <a:t> </a:t>
            </a:r>
            <a:endParaRPr lang="zh-TW" altLang="en-US" sz="2400" dirty="0"/>
          </a:p>
        </p:txBody>
      </p:sp>
      <p:pic>
        <p:nvPicPr>
          <p:cNvPr id="6" name="edu:source-figure" descr="cai-fig1-p3.png">
            <a:extLst>
              <a:ext uri="{FF2B5EF4-FFF2-40B4-BE49-F238E27FC236}">
                <a16:creationId xmlns:a16="http://schemas.microsoft.com/office/drawing/2014/main" id="{63B3DC2E-013E-6D0E-0284-DBE460A6CB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3502" y="3086662"/>
            <a:ext cx="4940041" cy="28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14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From Off-Axis Angle to Two Branches</a:t>
            </a:r>
          </a:p>
        </p:txBody>
      </p:sp>
      <p:sp>
        <p:nvSpPr>
          <p:cNvPr id="3" name="edu:citation"/>
          <p:cNvSpPr txBox="1"/>
          <p:nvPr/>
        </p:nvSpPr>
        <p:spPr>
          <a:xfrm>
            <a:off x="495330" y="6316675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S.-H. Chen et al., “Energy-Efficient Joint Handover and Beam Switching Scheme for Multi-LEO Networks,” IEEE Vehicular Technology Conference (VTC2024-Spring), Singapore, 2024.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774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The off-axis angle changes the transmit gain. That change feeds the link-rate numerator and the system-power denominator:</a:t>
            </a:r>
          </a:p>
        </p:txBody>
      </p:sp>
      <p:sp>
        <p:nvSpPr>
          <p:cNvPr id="6" name="edu:flow-node"/>
          <p:cNvSpPr/>
          <p:nvPr/>
        </p:nvSpPr>
        <p:spPr>
          <a:xfrm>
            <a:off x="2212848" y="1835200"/>
            <a:ext cx="2346960" cy="786384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Off-axis angle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geometry</a:t>
            </a:r>
          </a:p>
        </p:txBody>
      </p:sp>
      <p:sp>
        <p:nvSpPr>
          <p:cNvPr id="7" name="edu:flow-node"/>
          <p:cNvSpPr/>
          <p:nvPr/>
        </p:nvSpPr>
        <p:spPr>
          <a:xfrm>
            <a:off x="4925568" y="1835200"/>
            <a:ext cx="2346960" cy="786384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Transmit gain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pattern</a:t>
            </a:r>
          </a:p>
        </p:txBody>
      </p:sp>
      <p:cxnSp>
        <p:nvCxnSpPr>
          <p:cNvPr id="8" name="edu:arrow"/>
          <p:cNvCxnSpPr/>
          <p:nvPr/>
        </p:nvCxnSpPr>
        <p:spPr>
          <a:xfrm>
            <a:off x="4559808" y="2228392"/>
            <a:ext cx="365760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flow-node"/>
          <p:cNvSpPr/>
          <p:nvPr/>
        </p:nvSpPr>
        <p:spPr>
          <a:xfrm>
            <a:off x="7638288" y="1835200"/>
            <a:ext cx="2346960" cy="786384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Transmit power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segment rule</a:t>
            </a:r>
          </a:p>
        </p:txBody>
      </p:sp>
      <p:cxnSp>
        <p:nvCxnSpPr>
          <p:cNvPr id="10" name="edu:arrow"/>
          <p:cNvCxnSpPr/>
          <p:nvPr/>
        </p:nvCxnSpPr>
        <p:spPr>
          <a:xfrm>
            <a:off x="7272528" y="2228392"/>
            <a:ext cx="365760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u:trunk-stem"/>
          <p:cNvSpPr/>
          <p:nvPr/>
        </p:nvSpPr>
        <p:spPr>
          <a:xfrm>
            <a:off x="8811768" y="2621584"/>
            <a:ext cx="0" cy="274320"/>
          </a:xfrm>
          <a:custGeom>
            <a:avLst/>
            <a:gdLst/>
            <a:ahLst/>
            <a:cxnLst/>
            <a:rect l="l" t="t" r="r" b="b"/>
            <a:pathLst>
              <a:path h="274320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13970">
            <a:solidFill>
              <a:srgbClr val="6B76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du:branch-bar"/>
          <p:cNvSpPr/>
          <p:nvPr/>
        </p:nvSpPr>
        <p:spPr>
          <a:xfrm>
            <a:off x="3127248" y="2895904"/>
            <a:ext cx="5684520" cy="0"/>
          </a:xfrm>
          <a:custGeom>
            <a:avLst/>
            <a:gdLst/>
            <a:ahLst/>
            <a:cxnLst/>
            <a:rect l="l" t="t" r="r" b="b"/>
            <a:pathLst>
              <a:path w="5684520">
                <a:moveTo>
                  <a:pt x="0" y="0"/>
                </a:moveTo>
                <a:lnTo>
                  <a:pt x="5684520" y="0"/>
                </a:lnTo>
              </a:path>
            </a:pathLst>
          </a:custGeom>
          <a:noFill/>
          <a:ln w="13970">
            <a:solidFill>
              <a:srgbClr val="6B76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edu:arrow"/>
          <p:cNvCxnSpPr/>
          <p:nvPr/>
        </p:nvCxnSpPr>
        <p:spPr>
          <a:xfrm>
            <a:off x="3127248" y="2895904"/>
            <a:ext cx="0" cy="292608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du:arrow"/>
          <p:cNvCxnSpPr/>
          <p:nvPr/>
        </p:nvCxnSpPr>
        <p:spPr>
          <a:xfrm>
            <a:off x="8811768" y="2895904"/>
            <a:ext cx="0" cy="292608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u:card"/>
          <p:cNvSpPr/>
          <p:nvPr/>
        </p:nvSpPr>
        <p:spPr>
          <a:xfrm>
            <a:off x="566928" y="3188512"/>
            <a:ext cx="5120640" cy="105156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Rate branch — numerator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signal quality, then throughput</a:t>
            </a:r>
          </a:p>
        </p:txBody>
      </p:sp>
      <p:sp>
        <p:nvSpPr>
          <p:cNvPr id="16" name="edu:card"/>
          <p:cNvSpPr/>
          <p:nvPr/>
        </p:nvSpPr>
        <p:spPr>
          <a:xfrm>
            <a:off x="6251752" y="3188512"/>
            <a:ext cx="5120640" cy="105156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Power branch — denominator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supply power, then system power</a:t>
            </a:r>
          </a:p>
        </p:txBody>
      </p:sp>
      <p:sp>
        <p:nvSpPr>
          <p:cNvPr id="17" name="edu:branch-join"/>
          <p:cNvSpPr/>
          <p:nvPr/>
        </p:nvSpPr>
        <p:spPr>
          <a:xfrm>
            <a:off x="3127248" y="4240072"/>
            <a:ext cx="5684520" cy="228600"/>
          </a:xfrm>
          <a:custGeom>
            <a:avLst/>
            <a:gdLst/>
            <a:ahLst/>
            <a:cxnLst/>
            <a:rect l="l" t="t" r="r" b="b"/>
            <a:pathLst>
              <a:path w="5684520" h="228600">
                <a:moveTo>
                  <a:pt x="0" y="0"/>
                </a:moveTo>
                <a:lnTo>
                  <a:pt x="0" y="228600"/>
                </a:lnTo>
                <a:lnTo>
                  <a:pt x="5684520" y="228600"/>
                </a:lnTo>
                <a:lnTo>
                  <a:pt x="5684520" y="0"/>
                </a:lnTo>
              </a:path>
            </a:pathLst>
          </a:custGeom>
          <a:noFill/>
          <a:ln w="13970">
            <a:solidFill>
              <a:srgbClr val="6B768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edu:arrow"/>
          <p:cNvCxnSpPr/>
          <p:nvPr/>
        </p:nvCxnSpPr>
        <p:spPr>
          <a:xfrm>
            <a:off x="5969508" y="4468672"/>
            <a:ext cx="0" cy="27432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u:card"/>
          <p:cNvSpPr/>
          <p:nvPr/>
        </p:nvSpPr>
        <p:spPr>
          <a:xfrm>
            <a:off x="3591763" y="4742992"/>
            <a:ext cx="4754880" cy="713232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Energy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Power in the Delivered Rate</a:t>
            </a:r>
          </a:p>
        </p:txBody>
      </p:sp>
      <p:sp>
        <p:nvSpPr>
          <p:cNvPr id="3" name="edu:citation"/>
          <p:cNvSpPr txBox="1"/>
          <p:nvPr/>
        </p:nvSpPr>
        <p:spPr>
          <a:xfrm>
            <a:off x="495330" y="6316675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Y. Sun et al., “Handover for Multi-Beam LEO Satellite Networks: A Multi-Objective Reinforcement Learning Method,” IEEE Communications Letters, Dec. 2024.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888872" y="6382512"/>
            <a:ext cx="8976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3</a:t>
            </a:r>
            <a:endParaRPr lang="en-US" altLang="en-US" sz="1400" b="0" i="0" noProof="1">
              <a:solidFill>
                <a:srgbClr val="000000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38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SINR becomes delivered rate through the same rate expression: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du:formula-omml" descr="Native Office Math: b07_rate"/>
              <p:cNvSpPr txBox="1"/>
              <p:nvPr/>
            </p:nvSpPr>
            <p:spPr>
              <a:xfrm>
                <a:off x="2389327" y="1447495"/>
                <a:ext cx="7416698" cy="1096365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𝑅</m:t>
                          </m:r>
                        </m:e>
                        <m: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𝑢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sub>
                      </m:sSub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𝑤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(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)</m:t>
                          </m:r>
                        </m:den>
                      </m:f>
                      <m:sSub>
                        <m:sSubPr>
                          <m:ctrlP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log</m:t>
                          </m:r>
                        </m:e>
                        <m: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2</m:t>
                          </m:r>
                        </m:sub>
                      </m:sSub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edu:formula-omml" descr="Native Office Math: b07_r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327" y="1447495"/>
                <a:ext cx="7416698" cy="1096365"/>
              </a:xfrm>
              <a:prstGeom prst="rect">
                <a:avLst/>
              </a:prstGeom>
              <a:blipFill>
                <a:blip r:embed="rId3"/>
                <a:stretch>
                  <a:fillRect l="-3944" r="-2712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du:body"/>
          <p:cNvSpPr txBox="1"/>
          <p:nvPr/>
        </p:nvSpPr>
        <p:spPr>
          <a:xfrm>
            <a:off x="565190" y="2708452"/>
            <a:ext cx="11064240" cy="774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The angle-aware extension changes the power term, the rate branch still divides one beam's bandwidth among its served users.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du:notation"/>
              <p:cNvSpPr txBox="1"/>
              <p:nvPr/>
            </p:nvSpPr>
            <p:spPr>
              <a:xfrm>
                <a:off x="565190" y="4815873"/>
                <a:ext cx="11064240" cy="1044244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altLang="en-US" sz="2400" b="1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Notation</a:t>
                </a:r>
              </a:p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𝐵</m:t>
                        </m:r>
                      </m:e>
                      <m:sup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𝑤</m:t>
                        </m:r>
                      </m:sup>
                    </m:sSup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bandwidth available to one beam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𝑈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</m:t>
                    </m:r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𝑡</m:t>
                    </m:r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number of users served by beam (s, v) at step t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edu:not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0" y="4815873"/>
                <a:ext cx="11064240" cy="1044244"/>
              </a:xfrm>
              <a:prstGeom prst="rect">
                <a:avLst/>
              </a:prstGeom>
              <a:blipFill>
                <a:blip r:embed="rId4"/>
                <a:stretch>
                  <a:fillRect l="-1708" t="-8772" b="-28070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Power in the Link SINR</a:t>
            </a:r>
          </a:p>
        </p:txBody>
      </p:sp>
      <p:sp>
        <p:nvSpPr>
          <p:cNvPr id="3" name="edu:citation"/>
          <p:cNvSpPr txBox="1"/>
          <p:nvPr/>
        </p:nvSpPr>
        <p:spPr>
          <a:xfrm>
            <a:off x="495330" y="6316675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S.-H. Chen et al., “Energy-Efficient Joint Handover and Beam Switching Scheme for Multi-LEO Networks,” IEEE Vehicular Technology Conference (VTC2024-Spring), Singapore, 2024.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38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en-US" sz="2400" noProof="1">
                <a:solidFill>
                  <a:srgbClr val="000000"/>
                </a:solidFill>
                <a:cs typeface="Times New Roman"/>
              </a:rPr>
              <a:t>The rate above is controlled by SINR. Its numerator contains the angle-aware link power: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du:formula-omml" descr="Native Office Math: b06_sinr"/>
              <p:cNvSpPr txBox="1"/>
              <p:nvPr/>
            </p:nvSpPr>
            <p:spPr>
              <a:xfrm>
                <a:off x="960585" y="1530382"/>
                <a:ext cx="8969479" cy="1096365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𝛾</m:t>
                          </m:r>
                        </m:e>
                        <m: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𝑢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sub>
                      </m:sSub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(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edu:formula-omml" descr="Native Office Math: b06_sin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585" y="1530382"/>
                <a:ext cx="8969479" cy="10963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du:body"/>
              <p:cNvSpPr txBox="1"/>
              <p:nvPr/>
            </p:nvSpPr>
            <p:spPr>
              <a:xfrm>
                <a:off x="565190" y="2679066"/>
                <a:ext cx="11064240" cy="77449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12000"/>
                  </a:lnSpc>
                </a:pPr>
                <a:r>
                  <a:rPr lang="en-US" altLang="en-US" sz="2400" noProof="1">
                    <a:solidFill>
                      <a:srgbClr val="000000"/>
                    </a:solidFill>
                    <a:cs typeface="Times New Roman"/>
                  </a:rPr>
                  <a:t>The off-axis angle changes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𝐺</m:t>
                        </m:r>
                      </m:e>
                      <m:sup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𝑇</m:t>
                        </m:r>
                      </m:sup>
                    </m:sSup>
                    <m:r>
                      <a:rPr lang="en-US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>
                                <a:solidFill>
                                  <a:srgbClr val="000000"/>
                                </a:solidFill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noProof="1">
                    <a:solidFill>
                      <a:srgbClr val="000000"/>
                    </a:solidFill>
                    <a:cs typeface="Times New Roman"/>
                  </a:rPr>
                  <a:t> and link power, both affect the desired-signal term in SINR.</a:t>
                </a:r>
              </a:p>
            </p:txBody>
          </p:sp>
        </mc:Choice>
        <mc:Fallback>
          <p:sp>
            <p:nvSpPr>
              <p:cNvPr id="7" name="edu: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0" y="2679066"/>
                <a:ext cx="11064240" cy="774496"/>
              </a:xfrm>
              <a:prstGeom prst="rect">
                <a:avLst/>
              </a:prstGeom>
              <a:blipFill>
                <a:blip r:embed="rId4"/>
                <a:stretch>
                  <a:fillRect l="-1708" t="-3906" r="-1873" b="-32813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du:notation"/>
              <p:cNvSpPr txBox="1"/>
              <p:nvPr/>
            </p:nvSpPr>
            <p:spPr>
              <a:xfrm>
                <a:off x="563880" y="3810676"/>
                <a:ext cx="11064240" cy="2151212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altLang="en-US" sz="2400" b="1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Notation</a:t>
                </a:r>
              </a:p>
              <a:p>
                <a:pPr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𝛾</m:t>
                        </m:r>
                      </m:e>
                      <m:sub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dirty="0">
                                <a:solidFill>
                                  <a:srgbClr val="000000"/>
                                </a:solidFill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noProof="1">
                    <a:solidFill>
                      <a:srgbClr val="000000"/>
                    </a:solidFill>
                    <a:cs typeface="Times New Roman"/>
                  </a:rPr>
                  <a:t>: the link's linear SINR</a:t>
                </a:r>
                <a:endParaRPr lang="en-US" altLang="en-US" sz="2400" dirty="0">
                  <a:solidFill>
                    <a:srgbClr val="000000"/>
                  </a:solidFill>
                  <a:ea typeface="Times New Roman"/>
                  <a:cs typeface="Times New Roman"/>
                </a:endParaRPr>
              </a:p>
              <a:p>
                <a:pPr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𝐻</m:t>
                        </m:r>
                      </m:e>
                      <m:sub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</m:t>
                    </m:r>
                    <m:r>
                      <a:rPr lang="en-US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𝑡</m:t>
                    </m:r>
                    <m:r>
                      <a:rPr lang="en-US" altLang="en-US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altLang="en-US" sz="2400" noProof="1">
                    <a:solidFill>
                      <a:srgbClr val="000000"/>
                    </a:solidFill>
                    <a:cs typeface="Times New Roman"/>
                  </a:rPr>
                  <a:t>: non-angle link power factor</a:t>
                </a:r>
                <a:endParaRPr lang="en-US" altLang="en-US" sz="2400" dirty="0">
                  <a:solidFill>
                    <a:srgbClr val="000000"/>
                  </a:solidFill>
                  <a:ea typeface="Times New Roman"/>
                  <a:cs typeface="Times New Roman"/>
                </a:endParaRPr>
              </a:p>
              <a:p>
                <a:pPr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𝐺</m:t>
                        </m:r>
                      </m:e>
                      <m:sup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𝑇</m:t>
                        </m:r>
                      </m:sup>
                    </m:sSup>
                    <m:r>
                      <a:rPr lang="en-US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(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),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dirty="0">
                                <a:solidFill>
                                  <a:srgbClr val="000000"/>
                                </a:solidFill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noProof="1">
                    <a:solidFill>
                      <a:srgbClr val="000000"/>
                    </a:solidFill>
                    <a:cs typeface="Times New Roman"/>
                  </a:rPr>
                  <a:t>: transmit gain at the start of the current served segment</a:t>
                </a:r>
                <a:endParaRPr lang="en-US" altLang="en-US" sz="2400" b="1" i="0" noProof="1">
                  <a:solidFill>
                    <a:srgbClr val="000000"/>
                  </a:solidFill>
                  <a:latin typeface="Times New Roman"/>
                  <a:ea typeface="標楷體"/>
                  <a:cs typeface="Times New Roman"/>
                </a:endParaRPr>
              </a:p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𝐼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total co-channel interference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8" name="edu:not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3810676"/>
                <a:ext cx="11064240" cy="2151212"/>
              </a:xfrm>
              <a:prstGeom prst="rect">
                <a:avLst/>
              </a:prstGeom>
              <a:blipFill>
                <a:blip r:embed="rId5"/>
                <a:stretch>
                  <a:fillRect l="-1708" t="-4249" b="-5099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Angle-Aware Link Power</a:t>
            </a:r>
          </a:p>
        </p:txBody>
      </p:sp>
      <p:sp>
        <p:nvSpPr>
          <p:cNvPr id="3" name="edu:page-number"/>
          <p:cNvSpPr txBox="1"/>
          <p:nvPr/>
        </p:nvSpPr>
        <p:spPr>
          <a:xfrm>
            <a:off x="11896893" y="6382512"/>
            <a:ext cx="8976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5</a:t>
            </a:r>
            <a:endParaRPr lang="en-US" altLang="en-US" sz="1400" b="0" i="0" noProof="1">
              <a:solidFill>
                <a:srgbClr val="000000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edu:body"/>
          <p:cNvSpPr txBox="1"/>
          <p:nvPr/>
        </p:nvSpPr>
        <p:spPr>
          <a:xfrm>
            <a:off x="565190" y="896112"/>
            <a:ext cx="11064240" cy="7744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en-US" sz="2400" noProof="1">
                <a:solidFill>
                  <a:srgbClr val="000000"/>
                </a:solidFill>
                <a:cs typeface="Times New Roman"/>
              </a:rPr>
              <a:t>For an uninterrupted served segment, RF power is referenced to its starting value: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du:formula-omml" descr="Native Office Math: b09_power_update"/>
              <p:cNvSpPr txBox="1"/>
              <p:nvPr/>
            </p:nvSpPr>
            <p:spPr>
              <a:xfrm>
                <a:off x="2414144" y="1670608"/>
                <a:ext cx="6372453" cy="1096365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𝑝</m:t>
                          </m:r>
                        </m:e>
                        <m: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𝑢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sub>
                      </m:sSub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𝑝</m:t>
                          </m:r>
                        </m:e>
                        <m:sup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0</m:t>
                          </m:r>
                        </m:sup>
                      </m:sSup>
                      <m:f>
                        <m:f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),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(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),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edu:formula-omml" descr="Native Office Math: b09_power_upd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144" y="1670608"/>
                <a:ext cx="6372453" cy="1096365"/>
              </a:xfrm>
              <a:prstGeom prst="rect">
                <a:avLst/>
              </a:prstGeom>
              <a:blipFill>
                <a:blip r:embed="rId4"/>
                <a:stretch>
                  <a:fillRect l="-191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du:notation"/>
              <p:cNvSpPr txBox="1"/>
              <p:nvPr/>
            </p:nvSpPr>
            <p:spPr>
              <a:xfrm>
                <a:off x="565190" y="4332044"/>
                <a:ext cx="11064240" cy="1391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altLang="en-US" sz="2400" b="1" i="0" noProof="1">
                    <a:solidFill>
                      <a:srgbClr val="000000"/>
                    </a:solidFill>
                    <a:ea typeface="標楷體"/>
                    <a:cs typeface="Times New Roman"/>
                  </a:rPr>
                  <a:t>Notation</a:t>
                </a:r>
              </a:p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ea typeface="標楷體"/>
                    <a:cs typeface="Times New Roman"/>
                  </a:rPr>
                  <a:t>: angle-aware served-link RF power</a:t>
                </a:r>
                <a:endParaRPr lang="en-US" altLang="en-US" sz="2400" dirty="0">
                  <a:solidFill>
                    <a:srgbClr val="000000"/>
                  </a:solidFill>
                  <a:ea typeface="Times New Roman"/>
                  <a:cs typeface="Times New Roman"/>
                </a:endParaRPr>
              </a:p>
              <a:p>
                <a:pPr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𝑝</m:t>
                        </m:r>
                      </m:e>
                      <m:sup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en-US" sz="2400" noProof="1">
                    <a:solidFill>
                      <a:srgbClr val="000000"/>
                    </a:solidFill>
                    <a:cs typeface="Times New Roman"/>
                  </a:rPr>
                  <a:t>: RF power at the segment start</a:t>
                </a:r>
                <a:endParaRPr lang="en-US" altLang="en-US" sz="2400" dirty="0">
                  <a:solidFill>
                    <a:srgbClr val="000000"/>
                  </a:solidFill>
                  <a:ea typeface="Times New Roman"/>
                  <a:cs typeface="Times New Roman"/>
                </a:endParaRPr>
              </a:p>
              <a:p>
                <a:pPr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en-US" sz="2400" noProof="1">
                    <a:solidFill>
                      <a:srgbClr val="000000"/>
                    </a:solidFill>
                    <a:cs typeface="Times New Roman"/>
                  </a:rPr>
                  <a:t>: start time of the current uninterrupted served segment</a:t>
                </a:r>
                <a:endParaRPr lang="en-US" altLang="en-US" sz="2400" dirty="0">
                  <a:solidFill>
                    <a:srgbClr val="000000"/>
                  </a:solidFill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7" name="edu:not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0" y="4332044"/>
                <a:ext cx="11064240" cy="1391716"/>
              </a:xfrm>
              <a:prstGeom prst="rect">
                <a:avLst/>
              </a:prstGeom>
              <a:blipFill>
                <a:blip r:embed="rId5"/>
                <a:stretch>
                  <a:fillRect l="-1708" t="-7018" b="-27632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du:body">
            <a:extLst>
              <a:ext uri="{FF2B5EF4-FFF2-40B4-BE49-F238E27FC236}">
                <a16:creationId xmlns:a16="http://schemas.microsoft.com/office/drawing/2014/main" id="{C55CB837-7DCC-DCE8-1021-FDAD99220F10}"/>
              </a:ext>
            </a:extLst>
          </p:cNvPr>
          <p:cNvSpPr txBox="1"/>
          <p:nvPr/>
        </p:nvSpPr>
        <p:spPr>
          <a:xfrm>
            <a:off x="565190" y="3031989"/>
            <a:ext cx="11064240" cy="7744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en-US" sz="2400" noProof="1">
                <a:solidFill>
                  <a:srgbClr val="000000"/>
                </a:solidFill>
                <a:cs typeface="Times New Roman"/>
              </a:rPr>
              <a:t>When transmit gain falls, the model increases RF power to compensate. This raises the power cost, while SINR may still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From Served Links to Beam Supply Power</a:t>
            </a:r>
          </a:p>
        </p:txBody>
      </p:sp>
      <p:sp>
        <p:nvSpPr>
          <p:cNvPr id="3" name="edu:citation"/>
          <p:cNvSpPr txBox="1"/>
          <p:nvPr/>
        </p:nvSpPr>
        <p:spPr>
          <a:xfrm>
            <a:off x="495330" y="6316675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S.-H. Chen et al., “Energy-Efficient Joint Handover and Beam Switching Scheme for Multi-LEO Networks,” IEEE Vehicular Technology Conference (VTC2024-Spring), Singapore, 2024.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6</a:t>
            </a: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774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One beam has one RF output, so its beam power is set by the largest served-link requirement at the current step: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du:formula-omml" descr="Native Office Math: b09_beam_mapping"/>
              <p:cNvSpPr txBox="1"/>
              <p:nvPr/>
            </p:nvSpPr>
            <p:spPr>
              <a:xfrm>
                <a:off x="2981858" y="1835200"/>
                <a:ext cx="6230721" cy="86227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𝑝</m:t>
                          </m:r>
                        </m:e>
                        <m: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sub>
                      </m:sSub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limLow>
                        <m:limLowPr>
                          <m:ctrlP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limLowPr>
                        <m:e>
                          <m:r>
                            <m:rPr>
                              <m:nor/>
                            </m:rP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max</m:t>
                          </m:r>
                        </m:e>
                        <m:lim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𝑢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∈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𝒰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: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(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)=1</m:t>
                          </m:r>
                        </m:lim>
                      </m:limLow>
                      <m:sSub>
                        <m:sSub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𝑝</m:t>
                          </m:r>
                        </m:e>
                        <m: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𝑢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sub>
                      </m:sSub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edu:formula-omml" descr="Native Office Math: b09_beam_mapping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858" y="1835200"/>
                <a:ext cx="6230721" cy="862279"/>
              </a:xfrm>
              <a:prstGeom prst="rect">
                <a:avLst/>
              </a:prstGeom>
              <a:blipFill>
                <a:blip r:embed="rId3"/>
                <a:stretch>
                  <a:fillRect l="-7436" r="-5871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du:body"/>
          <p:cNvSpPr txBox="1"/>
          <p:nvPr/>
        </p:nvSpPr>
        <p:spPr>
          <a:xfrm>
            <a:off x="565190" y="2862072"/>
            <a:ext cx="11064240" cy="38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en-US" sz="2400" noProof="1">
                <a:solidFill>
                  <a:srgbClr val="000000"/>
                </a:solidFill>
                <a:cs typeface="Times New Roman"/>
              </a:rPr>
              <a:t>Amplifier efficiency converts that RF output to supply power: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du:formula-omml" descr="Native Office Math: b10_supply"/>
              <p:cNvSpPr txBox="1"/>
              <p:nvPr/>
            </p:nvSpPr>
            <p:spPr>
              <a:xfrm>
                <a:off x="1978785" y="3333245"/>
                <a:ext cx="5496844" cy="1096365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Sup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𝑃</m:t>
                          </m:r>
                        </m:e>
                        <m: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sub>
                        <m:sup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𝑝</m:t>
                          </m:r>
                        </m:sup>
                      </m:sSubSup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4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4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4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400" i="0" dirty="0">
                                      <a:solidFill>
                                        <a:srgbClr val="000000"/>
                                      </a:solidFill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8" name="edu:formula-omml" descr="Native Office Math: b10_suppl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785" y="3333245"/>
                <a:ext cx="5496844" cy="10963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du:notation"/>
              <p:cNvSpPr txBox="1"/>
              <p:nvPr/>
            </p:nvSpPr>
            <p:spPr>
              <a:xfrm>
                <a:off x="565190" y="4203708"/>
                <a:ext cx="11064240" cy="1391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altLang="en-US" sz="2400" b="1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Notation</a:t>
                </a:r>
              </a:p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,</m:t>
                    </m:r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 </m:t>
                    </m:r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</m:t>
                    </m:r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𝑡</m:t>
                    </m:r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served-link RF power and serving selector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largest served-link RF requirement presented to the beam amplifier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>
                  <a:spcAft>
                    <a:spcPts val="2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  <m:sup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𝑝</m:t>
                        </m:r>
                      </m:sup>
                    </m:sSubSup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,</m:t>
                    </m:r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 </m:t>
                    </m:r>
                    <m:sSub>
                      <m:sSub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𝜉</m:t>
                        </m:r>
                      </m:e>
                      <m:sub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𝜃</m:t>
                        </m:r>
                        <m:r>
                          <a:rPr lang="en-US" altLang="en-US" sz="2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>
                                <a:solidFill>
                                  <a:srgbClr val="000000"/>
                                </a:solidFill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supply-side beam power and amplifier efficiency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9" name="edu:not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0" y="4203708"/>
                <a:ext cx="11064240" cy="1391716"/>
              </a:xfrm>
              <a:prstGeom prst="rect">
                <a:avLst/>
              </a:prstGeom>
              <a:blipFill>
                <a:blip r:embed="rId5"/>
                <a:stretch>
                  <a:fillRect l="-1708" t="-7018" b="-33333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From Beam Supply Power to System Power</a:t>
            </a:r>
          </a:p>
        </p:txBody>
      </p:sp>
      <p:sp>
        <p:nvSpPr>
          <p:cNvPr id="3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du:body"/>
              <p:cNvSpPr txBox="1"/>
              <p:nvPr/>
            </p:nvSpPr>
            <p:spPr>
              <a:xfrm>
                <a:off x="565190" y="896112"/>
                <a:ext cx="11064240" cy="386791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12000"/>
                  </a:lnSpc>
                  <a:spcAft>
                    <a:spcPts val="0"/>
                  </a:spcAft>
                </a:pPr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The denominator continues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  <m:sup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𝑃</m:t>
                        </m:r>
                      </m:e>
                      <m:sup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.</a:t>
                </a:r>
                <a:endParaRPr lang="en-US" alt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edu:body"/>
              <p:cNvSpPr txBox="1"/>
              <p:nvPr/>
            </p:nvSpPr>
            <p:spPr>
              <a:xfrm>
                <a:off x="565190" y="896112"/>
                <a:ext cx="11064240" cy="386791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spAutoFit/>
              </a:bodyPr>
              <a:lstStyle/>
              <a:p>
                <a:pPr algn="l">
                  <a:lnSpc>
                    <a:spcPct val="112000"/>
                  </a:lnSpc>
                  <a:spcAft>
                    <a:spcPts val="0"/>
                  </a:spcAft>
                </a:pPr>
                <a:r>
                  <a:rPr sz="2400" b="0" i="0" lang="en-US" altLang="en-US" noProof="1" dirty="0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 xml:space="preserve">The denominator continues from </a:t>
                </a:r>
                <a:r>
                  <a:rPr sz="2400" b="0" i="0" lang="en-US" altLang="en-US" noProof="1" dirty="0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/>
                </a:r>
                <a:r>
                  <a:rPr sz="2400" b="0" i="0" lang="en-US" altLang="en-US" noProof="1" dirty="0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 xml:space="preserve"> to </a:t>
                </a:r>
                <a:r>
                  <a:rPr sz="2400" b="0" i="0" lang="en-US" altLang="en-US" noProof="1" dirty="0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/>
                </a:r>
                <a:r>
                  <a:rPr sz="2400" b="0" i="0" lang="en-US" altLang="en-US" noProof="1" dirty="0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.</a:t>
                </a:r>
              </a:p>
            </p:txBody>
          </p:sp>
        </mc:Fallback>
      </mc:AlternateContent>
      <p:sp>
        <p:nvSpPr>
          <p:cNvPr id="5" name="edu:body"/>
          <p:cNvSpPr txBox="1"/>
          <p:nvPr/>
        </p:nvSpPr>
        <p:spPr>
          <a:xfrm>
            <a:off x="565190" y="1447495"/>
            <a:ext cx="11064240" cy="38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Sum active beam supply powers and fixed overhead: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du:formula-omml" descr="Native Office Math: b08_system"/>
              <p:cNvSpPr txBox="1"/>
              <p:nvPr/>
            </p:nvSpPr>
            <p:spPr>
              <a:xfrm>
                <a:off x="2695651" y="1998878"/>
                <a:ext cx="6804050" cy="86227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𝑃</m:t>
                          </m:r>
                        </m:e>
                        <m:sup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𝑁</m:t>
                          </m:r>
                        </m:sup>
                      </m:sSup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𝑃</m:t>
                          </m:r>
                        </m:e>
                        <m:sup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𝑓</m:t>
                          </m:r>
                        </m:sup>
                      </m:sSup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(</m:t>
                      </m:r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𝑡</m:t>
                      </m:r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)+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naryPr>
                        <m: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∈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𝒮</m:t>
                          </m:r>
                        </m:sub>
                        <m:sup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naryPr>
                            <m:sub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∈</m:t>
                              </m:r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𝒱</m:t>
                              </m:r>
                            </m:sub>
                            <m:sup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4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4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(</m:t>
                      </m:r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𝑡</m:t>
                      </m:r>
                      <m:r>
                        <a:rPr lang="en-US" altLang="en-US" sz="2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)</m:t>
                      </m:r>
                      <m:sSubSup>
                        <m:sSubSup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Sup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𝑃</m:t>
                          </m:r>
                        </m:e>
                        <m:sub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sub>
                        <m:sup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𝑝</m:t>
                          </m:r>
                        </m:sup>
                      </m:sSubSup>
                      <m:r>
                        <a:rPr lang="en-US" alt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4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4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4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edu:formula-omml" descr="Native Office Math: b08_system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651" y="1998878"/>
                <a:ext cx="6804050" cy="862279"/>
              </a:xfrm>
              <a:prstGeom prst="rect">
                <a:avLst/>
              </a:prstGeom>
              <a:blipFill>
                <a:blip r:embed="rId3"/>
                <a:stretch>
                  <a:fillRect l="-9319" r="-7975" b="-2128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du:body"/>
          <p:cNvSpPr txBox="1"/>
          <p:nvPr/>
        </p:nvSpPr>
        <p:spPr>
          <a:xfrm>
            <a:off x="565190" y="3025749"/>
            <a:ext cx="11064240" cy="38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This common system power is the denominator of the energy-efficiency reward.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du:notation"/>
              <p:cNvSpPr txBox="1"/>
              <p:nvPr/>
            </p:nvSpPr>
            <p:spPr>
              <a:xfrm>
                <a:off x="565190" y="4540590"/>
                <a:ext cx="11064240" cy="1391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altLang="en-US" sz="2400" b="1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Notation</a:t>
                </a:r>
              </a:p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𝑧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</m:t>
                    </m:r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𝑡</m:t>
                    </m:r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indicator that beam (s, v) is active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𝑃</m:t>
                        </m:r>
                      </m:e>
                      <m:sup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𝑁</m:t>
                        </m:r>
                      </m:sup>
                    </m:sSup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,</m:t>
                    </m:r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 </m:t>
                    </m:r>
                    <m:sSup>
                      <m:sSup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𝑃</m:t>
                        </m:r>
                      </m:e>
                      <m:sup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𝑓</m:t>
                        </m:r>
                      </m:sup>
                    </m:sSup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</m:t>
                    </m:r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𝑡</m:t>
                    </m:r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total system power and fixed overhead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8" name="edu:not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0" y="4540590"/>
                <a:ext cx="11064240" cy="1391716"/>
              </a:xfrm>
              <a:prstGeom prst="rect">
                <a:avLst/>
              </a:prstGeom>
              <a:blipFill>
                <a:blip r:embed="rId4"/>
                <a:stretch>
                  <a:fillRect l="-1708" t="-7018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The First Reward from Selected Links</a:t>
            </a:r>
          </a:p>
        </p:txBody>
      </p:sp>
      <p:sp>
        <p:nvSpPr>
          <p:cNvPr id="3" name="edu:citation"/>
          <p:cNvSpPr txBox="1"/>
          <p:nvPr/>
        </p:nvSpPr>
        <p:spPr>
          <a:xfrm>
            <a:off x="495330" y="6316675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Y. Sun et al., “Handover for Multi-Beam LEO Satellite Networks: A Multi-Objective Reinforcement Learning Method,” IEEE Communications Letters, Dec. 2024.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8</a:t>
            </a: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774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For each user, candidate satellite--beam pairs are collected in </a:t>
            </a:r>
            <a:r>
              <a:rPr lang="en-US" altLang="en-US" sz="2400" b="0" i="1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𝒦=𝒮×𝒱</a:t>
            </a: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; the serving-link selector keeps the link-level energy efficiency: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du:formula-omml" descr="Native Office Math: b10_reward"/>
              <p:cNvSpPr txBox="1"/>
              <p:nvPr/>
            </p:nvSpPr>
            <p:spPr>
              <a:xfrm>
                <a:off x="611733" y="1835200"/>
                <a:ext cx="10971885" cy="129387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𝑟</m:t>
                          </m:r>
                        </m:e>
                        <m:sub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1,</m:t>
                          </m:r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𝑢</m:t>
                          </m:r>
                        </m:sub>
                      </m:sSub>
                      <m:r>
                        <a:rPr lang="en-US" altLang="en-US" sz="20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  <m:r>
                        <a:rPr lang="en-US" altLang="en-US" sz="20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naryPr>
                        <m:sub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𝜅</m:t>
                          </m:r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=(</m:t>
                          </m:r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)∈</m:t>
                          </m:r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𝒦</m:t>
                          </m:r>
                        </m:sub>
                        <m:sup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</m:e>
                      </m:nary>
                      <m:r>
                        <a:rPr lang="en-US" altLang="en-US" sz="20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(</m:t>
                      </m:r>
                      <m:r>
                        <a:rPr lang="en-US" altLang="en-US" sz="20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𝑡</m:t>
                      </m:r>
                      <m:r>
                        <a:rPr lang="en-US" altLang="en-US" sz="20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)</m:t>
                      </m:r>
                      <m:sSub>
                        <m:sSubPr>
                          <m:ctrlP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𝜂</m:t>
                          </m:r>
                        </m:e>
                        <m:sub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𝑢</m:t>
                          </m:r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𝑠</m:t>
                          </m:r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𝑣</m:t>
                          </m:r>
                        </m:sub>
                      </m:sSub>
                      <m:r>
                        <a:rPr lang="en-US" altLang="en-US" sz="20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​</m:t>
                      </m:r>
                      <m:d>
                        <m:dPr>
                          <m:ctrlP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dB</m:t>
                              </m:r>
                            </m:sub>
                          </m:sSub>
                        </m:e>
                      </m:d>
                      <m:r>
                        <a:rPr lang="en-US" altLang="en-US" sz="20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naryPr>
                            <m:sub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𝜅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=(</m:t>
                              </m:r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)∈</m:t>
                              </m:r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𝒦</m:t>
                              </m:r>
                            </m:sub>
                            <m:sup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0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0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(</m:t>
                          </m:r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𝑡</m:t>
                          </m:r>
                          <m:r>
                            <a:rPr lang="en-US" altLang="en-US" sz="200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𝑢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𝑠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0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0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0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000" i="0" dirty="0" smtClean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altLang="en-US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en-US" sz="20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𝑢</m:t>
                                  </m:r>
                                  <m:r>
                                    <a:rPr lang="en-US" altLang="en-US" sz="20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𝑠</m:t>
                                  </m:r>
                                  <m:r>
                                    <a:rPr lang="en-US" altLang="en-US" sz="20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altLang="en-US" sz="2000" i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en-US" sz="2000" i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000" i="0" dirty="0" smtClean="0">
                                      <a:solidFill>
                                        <a:srgbClr val="000000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dB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edu:formula-omml" descr="Native Office Math: b10_rewar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33" y="1835200"/>
                <a:ext cx="10971885" cy="1293876"/>
              </a:xfrm>
              <a:prstGeom prst="rect">
                <a:avLst/>
              </a:prstGeom>
              <a:blipFill>
                <a:blip r:embed="rId3"/>
                <a:stretch>
                  <a:fillRect l="-222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du:body"/>
              <p:cNvSpPr txBox="1"/>
              <p:nvPr/>
            </p:nvSpPr>
            <p:spPr>
              <a:xfrm>
                <a:off x="565190" y="3293668"/>
                <a:ext cx="11064240" cy="77449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12000"/>
                  </a:lnSpc>
                </a:pPr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The second form uses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𝜂</m:t>
                    </m:r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=</m:t>
                    </m:r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𝑅</m:t>
                    </m:r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/</m:t>
                    </m:r>
                    <m:sSup>
                      <m:sSup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𝑃</m:t>
                        </m:r>
                      </m:e>
                      <m:sup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. The denominator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𝑃</m:t>
                        </m:r>
                      </m:e>
                      <m:sup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𝑁</m:t>
                        </m:r>
                      </m:sup>
                    </m:sSup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 is common to all candidate links at the current step, so it can be factored outside the selector sum.</a:t>
                </a:r>
                <a:endParaRPr lang="en-US" altLang="en-US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edu: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0" y="3293668"/>
                <a:ext cx="11064240" cy="774496"/>
              </a:xfrm>
              <a:prstGeom prst="rect">
                <a:avLst/>
              </a:prstGeom>
              <a:blipFill>
                <a:blip r:embed="rId4"/>
                <a:stretch>
                  <a:fillRect l="-1708" t="-3937" b="-33858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du:notation"/>
              <p:cNvSpPr txBox="1"/>
              <p:nvPr/>
            </p:nvSpPr>
            <p:spPr>
              <a:xfrm>
                <a:off x="565190" y="4340065"/>
                <a:ext cx="11064240" cy="1391716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en-US" altLang="en-US" sz="2400" b="1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Notation</a:t>
                </a:r>
              </a:p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𝜂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link energy efficiency: delivered rate divided by system power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algn="l">
                  <a:lnSpc>
                    <a:spcPct val="100000"/>
                  </a:lnSpc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𝑠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</m:t>
                    </m:r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𝑡</m:t>
                    </m:r>
                    <m:r>
                      <a:rPr lang="en-US" alt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serving-link selector for user u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1,</m:t>
                        </m:r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</m:sub>
                    </m:sSub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​</m:t>
                    </m:r>
                    <m:d>
                      <m:dPr>
                        <m:ctrlP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𝑡</m:t>
                        </m:r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𝑢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𝑠</m:t>
                            </m:r>
                            <m:r>
                              <a:rPr lang="en-US" altLang="en-US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  <m:r>
                          <a:rPr lang="en-US" altLang="en-US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altLang="en-US" sz="2400" i="0" dirty="0" smtClean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</a:rPr>
                              <m:t>dB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b="0" i="0" noProof="1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: the first reward used by the three-objective learner</a:t>
                </a:r>
                <a:endParaRPr lang="en-US" alt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edu:not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0" y="4340065"/>
                <a:ext cx="11064240" cy="1391716"/>
              </a:xfrm>
              <a:prstGeom prst="rect">
                <a:avLst/>
              </a:prstGeom>
              <a:blipFill>
                <a:blip r:embed="rId5"/>
                <a:stretch>
                  <a:fillRect l="-1708" t="-7018" b="-30702"/>
                </a:stretch>
              </a:blipFill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281887"/>
            <a:ext cx="11417289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Angle-Aware Energy Efficiency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9</a:t>
            </a: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38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The complete chain:</a:t>
            </a:r>
          </a:p>
        </p:txBody>
      </p:sp>
      <p:sp>
        <p:nvSpPr>
          <p:cNvPr id="6" name="edu:flow-node"/>
          <p:cNvSpPr/>
          <p:nvPr/>
        </p:nvSpPr>
        <p:spPr>
          <a:xfrm>
            <a:off x="565190" y="1447495"/>
            <a:ext cx="1905609" cy="105156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Angle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geometry</a:t>
            </a:r>
          </a:p>
        </p:txBody>
      </p:sp>
      <p:sp>
        <p:nvSpPr>
          <p:cNvPr id="7" name="edu:flow-node"/>
          <p:cNvSpPr/>
          <p:nvPr/>
        </p:nvSpPr>
        <p:spPr>
          <a:xfrm>
            <a:off x="2854848" y="1447495"/>
            <a:ext cx="1905609" cy="105156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Gain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antenna</a:t>
            </a:r>
          </a:p>
        </p:txBody>
      </p:sp>
      <p:cxnSp>
        <p:nvCxnSpPr>
          <p:cNvPr id="8" name="edu:arrow"/>
          <p:cNvCxnSpPr/>
          <p:nvPr/>
        </p:nvCxnSpPr>
        <p:spPr>
          <a:xfrm>
            <a:off x="2470800" y="1973275"/>
            <a:ext cx="384048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flow-node"/>
          <p:cNvSpPr/>
          <p:nvPr/>
        </p:nvSpPr>
        <p:spPr>
          <a:xfrm>
            <a:off x="5144505" y="1447495"/>
            <a:ext cx="1905609" cy="105156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Link </a:t>
            </a: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Power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segment rule</a:t>
            </a:r>
          </a:p>
        </p:txBody>
      </p:sp>
      <p:cxnSp>
        <p:nvCxnSpPr>
          <p:cNvPr id="10" name="edu:arrow"/>
          <p:cNvCxnSpPr/>
          <p:nvPr/>
        </p:nvCxnSpPr>
        <p:spPr>
          <a:xfrm>
            <a:off x="4760457" y="1973275"/>
            <a:ext cx="384048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u:flow-node"/>
          <p:cNvSpPr/>
          <p:nvPr/>
        </p:nvSpPr>
        <p:spPr>
          <a:xfrm>
            <a:off x="7434163" y="1447495"/>
            <a:ext cx="1905609" cy="105156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Rate and system power</a:t>
            </a:r>
            <a:endParaRPr lang="en-US" altLang="en-US" sz="2000" b="0" i="0" noProof="1">
              <a:solidFill>
                <a:srgbClr val="000000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2" name="edu:arrow"/>
          <p:cNvCxnSpPr/>
          <p:nvPr/>
        </p:nvCxnSpPr>
        <p:spPr>
          <a:xfrm>
            <a:off x="7050115" y="1973275"/>
            <a:ext cx="384048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u:flow-node"/>
          <p:cNvSpPr/>
          <p:nvPr/>
        </p:nvSpPr>
        <p:spPr>
          <a:xfrm>
            <a:off x="9723821" y="1447495"/>
            <a:ext cx="1905609" cy="105156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Energy efficiency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first reward</a:t>
            </a:r>
          </a:p>
        </p:txBody>
      </p:sp>
      <p:cxnSp>
        <p:nvCxnSpPr>
          <p:cNvPr id="14" name="edu:arrow"/>
          <p:cNvCxnSpPr/>
          <p:nvPr/>
        </p:nvCxnSpPr>
        <p:spPr>
          <a:xfrm>
            <a:off x="9339773" y="1973275"/>
            <a:ext cx="384048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u:body"/>
          <p:cNvSpPr txBox="1"/>
          <p:nvPr/>
        </p:nvSpPr>
        <p:spPr>
          <a:xfrm>
            <a:off x="565190" y="3189427"/>
            <a:ext cx="11064240" cy="203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en-US" sz="2400" noProof="1">
                <a:solidFill>
                  <a:srgbClr val="000000"/>
                </a:solidFill>
                <a:cs typeface="Times New Roman"/>
              </a:rPr>
              <a:t>An increasing off-axis angle can reduce link quality and increase the cost of serving the link, so must balance both.</a:t>
            </a:r>
          </a:p>
          <a:p>
            <a:pPr>
              <a:lnSpc>
                <a:spcPct val="112000"/>
              </a:lnSpc>
            </a:pPr>
            <a:endParaRPr lang="en-US" altLang="en-US" sz="2400" noProof="1">
              <a:solidFill>
                <a:srgbClr val="000000"/>
              </a:solidFill>
              <a:cs typeface="Times New Roman"/>
            </a:endParaRPr>
          </a:p>
          <a:p>
            <a:pPr>
              <a:lnSpc>
                <a:spcPct val="112000"/>
              </a:lnSpc>
            </a:pPr>
            <a:r>
              <a:rPr lang="en-US" altLang="en-US" sz="2400" noProof="1">
                <a:solidFill>
                  <a:srgbClr val="000000"/>
                </a:solidFill>
                <a:cs typeface="Times New Roman"/>
              </a:rPr>
              <a:t>The most energy-efficient choice is not necessarily the one with the highest SINR, its delivered rate must justify the resulting system power.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Why Beam Choice Is Hard in Multi-LEO Networks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10</a:t>
            </a: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774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HOBS begins with a moving multi-satellite system in which one user can be affected by several beams at the same time.</a:t>
            </a:r>
          </a:p>
        </p:txBody>
      </p:sp>
      <p:pic>
        <p:nvPicPr>
          <p:cNvPr id="6" name="edu:hobs-fig1-system" descr="fig1-syste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6928" y="1871776"/>
            <a:ext cx="5897880" cy="4069080"/>
          </a:xfrm>
          <a:prstGeom prst="rect">
            <a:avLst/>
          </a:prstGeom>
        </p:spPr>
      </p:pic>
      <p:sp>
        <p:nvSpPr>
          <p:cNvPr id="7" name="edu:card"/>
          <p:cNvSpPr/>
          <p:nvPr/>
        </p:nvSpPr>
        <p:spPr>
          <a:xfrm>
            <a:off x="6784848" y="1871776"/>
            <a:ext cx="4828032" cy="1078992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Intra-LEO interference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beams from one satellite reuse spectrum and compete at the user.</a:t>
            </a:r>
          </a:p>
        </p:txBody>
      </p:sp>
      <p:sp>
        <p:nvSpPr>
          <p:cNvPr id="8" name="edu:card"/>
          <p:cNvSpPr/>
          <p:nvPr/>
        </p:nvSpPr>
        <p:spPr>
          <a:xfrm>
            <a:off x="6784848" y="3170224"/>
            <a:ext cx="4828032" cy="1078992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Inter-LEO interference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beams from different satellites can overlap in the same area.</a:t>
            </a:r>
          </a:p>
        </p:txBody>
      </p:sp>
      <p:sp>
        <p:nvSpPr>
          <p:cNvPr id="9" name="edu:card"/>
          <p:cNvSpPr/>
          <p:nvPr/>
        </p:nvSpPr>
        <p:spPr>
          <a:xfrm>
            <a:off x="6784848" y="4468672"/>
            <a:ext cx="4828032" cy="1078992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Mobility and handover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the best satellite-beam pair changes as the constellation moves.</a:t>
            </a:r>
          </a:p>
        </p:txBody>
      </p:sp>
      <p:sp>
        <p:nvSpPr>
          <p:cNvPr id="10" name="edu:citation">
            <a:extLst>
              <a:ext uri="{FF2B5EF4-FFF2-40B4-BE49-F238E27FC236}">
                <a16:creationId xmlns:a16="http://schemas.microsoft.com/office/drawing/2014/main" id="{2719282D-4739-7283-593F-73EE56A9A937}"/>
              </a:ext>
            </a:extLst>
          </p:cNvPr>
          <p:cNvSpPr txBox="1"/>
          <p:nvPr/>
        </p:nvSpPr>
        <p:spPr>
          <a:xfrm>
            <a:off x="495330" y="6316675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S.-H. Chen et al., “Energy-Efficient Joint Handover and Beam Switching Scheme for Multi-LEO Networks,” IEEE Vehicular Technology Conference (VTC2024-Spring), Singapore,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Why Exhaustive Search Consumes the Frame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11</a:t>
            </a: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38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Beam training comes before data transmission in each frame.</a:t>
            </a:r>
          </a:p>
        </p:txBody>
      </p:sp>
      <p:pic>
        <p:nvPicPr>
          <p:cNvPr id="6" name="edu:hobs-fig2-frame" descr="fig2-training-fram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52728" y="1346431"/>
            <a:ext cx="9692640" cy="3063240"/>
          </a:xfrm>
          <a:prstGeom prst="rect">
            <a:avLst/>
          </a:prstGeom>
        </p:spPr>
      </p:pic>
      <p:sp>
        <p:nvSpPr>
          <p:cNvPr id="7" name="edu:card"/>
          <p:cNvSpPr/>
          <p:nvPr/>
        </p:nvSpPr>
        <p:spPr>
          <a:xfrm>
            <a:off x="565190" y="4508972"/>
            <a:ext cx="5417820" cy="1092788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Training phase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Beam 1…M beacons; the UE returns feedback and receives ACKs.</a:t>
            </a:r>
          </a:p>
        </p:txBody>
      </p:sp>
      <p:sp>
        <p:nvSpPr>
          <p:cNvPr id="8" name="edu:card"/>
          <p:cNvSpPr/>
          <p:nvPr/>
        </p:nvSpPr>
        <p:spPr>
          <a:xfrm>
            <a:off x="6211610" y="4508972"/>
            <a:ext cx="5417820" cy="1092788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Data phase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Multi-beam data uses only the remaining part of the frame.</a:t>
            </a:r>
          </a:p>
        </p:txBody>
      </p:sp>
      <p:sp>
        <p:nvSpPr>
          <p:cNvPr id="9" name="edu:body"/>
          <p:cNvSpPr txBox="1"/>
          <p:nvPr/>
        </p:nvSpPr>
        <p:spPr>
          <a:xfrm>
            <a:off x="565190" y="5601760"/>
            <a:ext cx="11064240" cy="38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HOBS scans fewer candidates, leaving more time for data.</a:t>
            </a:r>
          </a:p>
        </p:txBody>
      </p:sp>
      <p:sp>
        <p:nvSpPr>
          <p:cNvPr id="11" name="edu:citation">
            <a:extLst>
              <a:ext uri="{FF2B5EF4-FFF2-40B4-BE49-F238E27FC236}">
                <a16:creationId xmlns:a16="http://schemas.microsoft.com/office/drawing/2014/main" id="{48BD22E6-FF0E-59E6-72CA-45DD7E9ED999}"/>
              </a:ext>
            </a:extLst>
          </p:cNvPr>
          <p:cNvSpPr txBox="1"/>
          <p:nvPr/>
        </p:nvSpPr>
        <p:spPr>
          <a:xfrm>
            <a:off x="495330" y="6316675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S.-H. Chen et al., “Energy-Efficient Joint Handover and Beam Switching Scheme for Multi-LEO Networks,” IEEE Vehicular Technology Conference (VTC2024-Spring), Singapore, 2024.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HOBS Narrows the Candidate Search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12</a:t>
            </a: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774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The main idea is to use recent successful SINR observations to avoid sweeping every beam again.</a:t>
            </a:r>
          </a:p>
        </p:txBody>
      </p:sp>
      <p:sp>
        <p:nvSpPr>
          <p:cNvPr id="6" name="edu:flow-node"/>
          <p:cNvSpPr/>
          <p:nvPr/>
        </p:nvSpPr>
        <p:spPr>
          <a:xfrm>
            <a:off x="565190" y="1835200"/>
            <a:ext cx="2478024" cy="118872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Observe history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recent successful beam and SINR</a:t>
            </a:r>
          </a:p>
        </p:txBody>
      </p:sp>
      <p:sp>
        <p:nvSpPr>
          <p:cNvPr id="7" name="edu:flow-node"/>
          <p:cNvSpPr/>
          <p:nvPr/>
        </p:nvSpPr>
        <p:spPr>
          <a:xfrm>
            <a:off x="3427262" y="1835200"/>
            <a:ext cx="2478024" cy="118872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Estimate motion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how the preferred beam has shifted</a:t>
            </a:r>
          </a:p>
        </p:txBody>
      </p:sp>
      <p:cxnSp>
        <p:nvCxnSpPr>
          <p:cNvPr id="8" name="edu:arrow"/>
          <p:cNvCxnSpPr/>
          <p:nvPr/>
        </p:nvCxnSpPr>
        <p:spPr>
          <a:xfrm>
            <a:off x="3043214" y="2429560"/>
            <a:ext cx="384048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flow-node"/>
          <p:cNvSpPr/>
          <p:nvPr/>
        </p:nvSpPr>
        <p:spPr>
          <a:xfrm>
            <a:off x="6289334" y="1835200"/>
            <a:ext cx="2478024" cy="118872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Build candidates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a smaller nearby search region</a:t>
            </a:r>
          </a:p>
        </p:txBody>
      </p:sp>
      <p:cxnSp>
        <p:nvCxnSpPr>
          <p:cNvPr id="10" name="edu:arrow"/>
          <p:cNvCxnSpPr/>
          <p:nvPr/>
        </p:nvCxnSpPr>
        <p:spPr>
          <a:xfrm>
            <a:off x="5905286" y="2429560"/>
            <a:ext cx="384048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u:flow-node"/>
          <p:cNvSpPr/>
          <p:nvPr/>
        </p:nvSpPr>
        <p:spPr>
          <a:xfrm>
            <a:off x="9151406" y="1835200"/>
            <a:ext cx="2478024" cy="1188720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Search and decide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beam switch or satellite handover</a:t>
            </a:r>
          </a:p>
        </p:txBody>
      </p:sp>
      <p:cxnSp>
        <p:nvCxnSpPr>
          <p:cNvPr id="12" name="edu:arrow"/>
          <p:cNvCxnSpPr/>
          <p:nvPr/>
        </p:nvCxnSpPr>
        <p:spPr>
          <a:xfrm>
            <a:off x="8767358" y="2429560"/>
            <a:ext cx="384048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u:body"/>
          <p:cNvSpPr txBox="1"/>
          <p:nvPr/>
        </p:nvSpPr>
        <p:spPr>
          <a:xfrm>
            <a:off x="565190" y="3188512"/>
            <a:ext cx="11064240" cy="1726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12000"/>
              </a:lnSpc>
              <a:spcAft>
                <a:spcPts val="700"/>
              </a:spcAft>
              <a:buSzPts val="2800"/>
              <a:buFont typeface="Arial"/>
              <a:buChar char="•"/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Reliable history keeps the search local and reduces training time.</a:t>
            </a:r>
          </a:p>
          <a:p>
            <a:pPr marL="285750" indent="-285750" algn="l">
              <a:lnSpc>
                <a:spcPct val="112000"/>
              </a:lnSpc>
              <a:spcAft>
                <a:spcPts val="700"/>
              </a:spcAft>
              <a:buSzPts val="2800"/>
              <a:buFont typeface="Arial"/>
              <a:buChar char="•"/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Missing or unsuccessful history expands the candidate region.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The decision uses beam indexes and SINR feedback rather than full instantaneous channel-state information.</a:t>
            </a:r>
          </a:p>
        </p:txBody>
      </p:sp>
      <p:sp>
        <p:nvSpPr>
          <p:cNvPr id="14" name="edu:card"/>
          <p:cNvSpPr/>
          <p:nvPr/>
        </p:nvSpPr>
        <p:spPr>
          <a:xfrm>
            <a:off x="1417320" y="5189220"/>
            <a:ext cx="9372600" cy="841248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Scope of HOBS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HOBS changes which beams are searched, it does not replace the SINR definition.</a:t>
            </a:r>
          </a:p>
        </p:txBody>
      </p:sp>
      <p:sp>
        <p:nvSpPr>
          <p:cNvPr id="15" name="edu:citation">
            <a:extLst>
              <a:ext uri="{FF2B5EF4-FFF2-40B4-BE49-F238E27FC236}">
                <a16:creationId xmlns:a16="http://schemas.microsoft.com/office/drawing/2014/main" id="{B4A06C9B-6CA3-B760-5E81-9B25F197C5CE}"/>
              </a:ext>
            </a:extLst>
          </p:cNvPr>
          <p:cNvSpPr txBox="1"/>
          <p:nvPr/>
        </p:nvSpPr>
        <p:spPr>
          <a:xfrm>
            <a:off x="495330" y="6316675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S.-H. Chen et al., “Energy-Efficient Joint Handover and Beam Switching Scheme for Multi-LEO Networks,” IEEE Vehicular Technology Conference (VTC2024-Spring), Singapore, 2024.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Three Beam-Sweeping Schedules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13</a:t>
            </a:r>
          </a:p>
        </p:txBody>
      </p:sp>
      <p:pic>
        <p:nvPicPr>
          <p:cNvPr id="5" name="edu:hobs-fig3-1" descr="fig3a-scb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6928" y="1078992"/>
            <a:ext cx="4892040" cy="1225296"/>
          </a:xfrm>
          <a:prstGeom prst="rect">
            <a:avLst/>
          </a:prstGeom>
        </p:spPr>
      </p:pic>
      <p:sp>
        <p:nvSpPr>
          <p:cNvPr id="6" name="edu:card"/>
          <p:cNvSpPr/>
          <p:nvPr/>
        </p:nvSpPr>
        <p:spPr>
          <a:xfrm>
            <a:off x="5760720" y="1078992"/>
            <a:ext cx="5870448" cy="1225296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l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SCBS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Satellites sweep in sequence: little simultaneous training interference, but the longest overall delay.</a:t>
            </a:r>
          </a:p>
        </p:txBody>
      </p:sp>
      <p:pic>
        <p:nvPicPr>
          <p:cNvPr id="7" name="edu:hobs-fig3-2" descr="fig3b-ssb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6928" y="2450591"/>
            <a:ext cx="4892040" cy="1225296"/>
          </a:xfrm>
          <a:prstGeom prst="rect">
            <a:avLst/>
          </a:prstGeom>
        </p:spPr>
      </p:pic>
      <p:sp>
        <p:nvSpPr>
          <p:cNvPr id="8" name="edu:card"/>
          <p:cNvSpPr/>
          <p:nvPr/>
        </p:nvSpPr>
        <p:spPr>
          <a:xfrm>
            <a:off x="5760720" y="2450591"/>
            <a:ext cx="5870448" cy="1225296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l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SSBS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Satellites sweep together: shorter training, with stronger inter-satellite interference.</a:t>
            </a:r>
          </a:p>
        </p:txBody>
      </p:sp>
      <p:pic>
        <p:nvPicPr>
          <p:cNvPr id="9" name="edu:hobs-fig3-3" descr="fig3c-abs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66928" y="3822191"/>
            <a:ext cx="4892040" cy="1225296"/>
          </a:xfrm>
          <a:prstGeom prst="rect">
            <a:avLst/>
          </a:prstGeom>
        </p:spPr>
      </p:pic>
      <p:sp>
        <p:nvSpPr>
          <p:cNvPr id="10" name="edu:card"/>
          <p:cNvSpPr/>
          <p:nvPr/>
        </p:nvSpPr>
        <p:spPr>
          <a:xfrm>
            <a:off x="5760720" y="3822191"/>
            <a:ext cx="5870448" cy="1225296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l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ABS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Asynchronous sweeps spread training over time while other satellites keep transmitting.</a:t>
            </a:r>
          </a:p>
        </p:txBody>
      </p:sp>
      <p:sp>
        <p:nvSpPr>
          <p:cNvPr id="11" name="edu:citation">
            <a:extLst>
              <a:ext uri="{FF2B5EF4-FFF2-40B4-BE49-F238E27FC236}">
                <a16:creationId xmlns:a16="http://schemas.microsoft.com/office/drawing/2014/main" id="{D38568D6-FA1F-F0D5-4D47-3AB57050F02E}"/>
              </a:ext>
            </a:extLst>
          </p:cNvPr>
          <p:cNvSpPr txBox="1"/>
          <p:nvPr/>
        </p:nvSpPr>
        <p:spPr>
          <a:xfrm>
            <a:off x="495330" y="6316675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S.-H. Chen et al., “Energy-Efficient Joint Handover and Beam Switching Scheme for Multi-LEO Networks,” IEEE Vehicular Technology Conference (VTC2024-Spring), Singapore, 2024.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u:title"/>
          <p:cNvSpPr txBox="1"/>
          <p:nvPr/>
        </p:nvSpPr>
        <p:spPr>
          <a:xfrm>
            <a:off x="565190" y="141274"/>
            <a:ext cx="11417289" cy="5715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altLang="en-US" sz="2800" b="1" i="0" noProof="1">
                <a:solidFill>
                  <a:srgbClr val="1B365D"/>
                </a:solidFill>
                <a:latin typeface="Times New Roman"/>
                <a:ea typeface="標楷體"/>
                <a:cs typeface="Times New Roman"/>
              </a:rPr>
              <a:t>What the HOBS Evaluation Shows</a:t>
            </a:r>
          </a:p>
        </p:txBody>
      </p:sp>
      <p:sp>
        <p:nvSpPr>
          <p:cNvPr id="4" name="edu:page-number"/>
          <p:cNvSpPr txBox="1"/>
          <p:nvPr/>
        </p:nvSpPr>
        <p:spPr>
          <a:xfrm>
            <a:off x="11521440" y="6382512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14</a:t>
            </a:r>
          </a:p>
        </p:txBody>
      </p:sp>
      <p:sp>
        <p:nvSpPr>
          <p:cNvPr id="5" name="edu:body"/>
          <p:cNvSpPr txBox="1"/>
          <p:nvPr/>
        </p:nvSpPr>
        <p:spPr>
          <a:xfrm>
            <a:off x="565190" y="896112"/>
            <a:ext cx="11064240" cy="38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en-US" sz="2400" noProof="1">
                <a:solidFill>
                  <a:srgbClr val="000000"/>
                </a:solidFill>
                <a:cs typeface="Times New Roman"/>
              </a:rPr>
              <a:t>Under different frame sizes, HOBS is compared with exhaustive beam search (EBS):</a:t>
            </a:r>
          </a:p>
        </p:txBody>
      </p:sp>
      <p:sp>
        <p:nvSpPr>
          <p:cNvPr id="6" name="edu:flow-node"/>
          <p:cNvSpPr/>
          <p:nvPr/>
        </p:nvSpPr>
        <p:spPr>
          <a:xfrm>
            <a:off x="565190" y="1835200"/>
            <a:ext cx="3432048" cy="1298448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Fewer candidates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historical SINR lowers beam-training latency</a:t>
            </a:r>
          </a:p>
        </p:txBody>
      </p:sp>
      <p:sp>
        <p:nvSpPr>
          <p:cNvPr id="7" name="edu:flow-node"/>
          <p:cNvSpPr/>
          <p:nvPr/>
        </p:nvSpPr>
        <p:spPr>
          <a:xfrm>
            <a:off x="4381286" y="1835200"/>
            <a:ext cx="3432048" cy="1298448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SINR retained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HOBS approaches EBS without scanning every beam</a:t>
            </a:r>
          </a:p>
        </p:txBody>
      </p:sp>
      <p:cxnSp>
        <p:nvCxnSpPr>
          <p:cNvPr id="8" name="edu:arrow"/>
          <p:cNvCxnSpPr/>
          <p:nvPr/>
        </p:nvCxnSpPr>
        <p:spPr>
          <a:xfrm>
            <a:off x="3997238" y="2484424"/>
            <a:ext cx="384048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flow-node"/>
          <p:cNvSpPr/>
          <p:nvPr/>
        </p:nvSpPr>
        <p:spPr>
          <a:xfrm>
            <a:off x="8197382" y="1835200"/>
            <a:ext cx="3432048" cy="1298448"/>
          </a:xfrm>
          <a:prstGeom prst="roundRect">
            <a:avLst/>
          </a:prstGeom>
          <a:solidFill>
            <a:srgbClr val="F6F8FA"/>
          </a:solidFill>
          <a:ln w="11430">
            <a:solidFill>
              <a:srgbClr val="9AA5B1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en-US" sz="2000" b="1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EE trade-off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lang="en-US" altLang="en-US" sz="2000" noProof="1">
                <a:solidFill>
                  <a:srgbClr val="000000"/>
                </a:solidFill>
                <a:cs typeface="Times New Roman"/>
              </a:rPr>
              <a:t>per-beam power updates use EE/SINR; stale history at large frames hurts</a:t>
            </a:r>
          </a:p>
        </p:txBody>
      </p:sp>
      <p:cxnSp>
        <p:nvCxnSpPr>
          <p:cNvPr id="10" name="edu:arrow"/>
          <p:cNvCxnSpPr/>
          <p:nvPr/>
        </p:nvCxnSpPr>
        <p:spPr>
          <a:xfrm>
            <a:off x="7813334" y="2484424"/>
            <a:ext cx="384048" cy="0"/>
          </a:xfrm>
          <a:prstGeom prst="line">
            <a:avLst/>
          </a:prstGeom>
          <a:ln w="13970">
            <a:solidFill>
              <a:srgbClr val="6B76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u:body"/>
          <p:cNvSpPr txBox="1"/>
          <p:nvPr/>
        </p:nvSpPr>
        <p:spPr>
          <a:xfrm>
            <a:off x="565190" y="3298240"/>
            <a:ext cx="11064240" cy="38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altLang="en-US" sz="2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Mechanism: fewer candidates → shorter training phase → more time for data.</a:t>
            </a:r>
          </a:p>
        </p:txBody>
      </p:sp>
      <p:sp>
        <p:nvSpPr>
          <p:cNvPr id="12" name="edu:body"/>
          <p:cNvSpPr txBox="1"/>
          <p:nvPr/>
        </p:nvSpPr>
        <p:spPr>
          <a:xfrm>
            <a:off x="565190" y="3831336"/>
            <a:ext cx="11064240" cy="7960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altLang="en-US" sz="2400" noProof="1">
                <a:solidFill>
                  <a:srgbClr val="000000"/>
                </a:solidFill>
                <a:cs typeface="Times New Roman"/>
              </a:rPr>
              <a:t>lower training delay, SINR close to EBS, and highest EE with adaptive beam-power updates; a large frame size makes history and power updates stale.</a:t>
            </a:r>
            <a:endParaRPr lang="en-US" altLang="en-US" sz="2400" b="0" i="0" noProof="1">
              <a:solidFill>
                <a:srgbClr val="000000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edu:citation">
            <a:extLst>
              <a:ext uri="{FF2B5EF4-FFF2-40B4-BE49-F238E27FC236}">
                <a16:creationId xmlns:a16="http://schemas.microsoft.com/office/drawing/2014/main" id="{19E2B943-8028-E04D-4DBB-06AF0DA91D09}"/>
              </a:ext>
            </a:extLst>
          </p:cNvPr>
          <p:cNvSpPr txBox="1"/>
          <p:nvPr/>
        </p:nvSpPr>
        <p:spPr>
          <a:xfrm>
            <a:off x="495330" y="6318344"/>
            <a:ext cx="11018520" cy="50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en-US" sz="1400" b="0" i="0" noProof="1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S.-H. Chen et al., “Energy-Efficient Joint Handover and Beam Switching Scheme for Multi-LEO Networks,” IEEE Vehicular Technology Conference (VTC2024-Spring), Singapore,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43063</TotalTime>
  <Words>1355</Words>
  <Application>Microsoft Office PowerPoint</Application>
  <PresentationFormat>寬螢幕</PresentationFormat>
  <Paragraphs>151</Paragraphs>
  <Slides>14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新細明體</vt:lpstr>
      <vt:lpstr>標楷體</vt:lpstr>
      <vt:lpstr>Arial</vt:lpstr>
      <vt:lpstr>Calibri</vt:lpstr>
      <vt:lpstr>Cambria Math</vt:lpstr>
      <vt:lpstr>Symbol</vt:lpstr>
      <vt:lpstr>Times New Roman</vt:lpstr>
      <vt:lpstr>2_佈景主題1</vt:lpstr>
      <vt:lpstr>Chapter 5: Energy-Efficient and Power-Aware Handover Mechanisms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Angle-Aware Energy Efficiency and the Power Chain</dc:title>
  <dc:subject>A teaching lecture on multi-beam LEO satellite handover: angle-aware transmit power, system power, and the energy-efficiency reward.</dc:subject>
  <dc:creator>NTPU CSIE / wMNLab</dc:creator>
  <cp:keywords>LEO satellite, off-axis angle, transmit power, system power, energy efficiency, multi-objective reinforcement learning</cp:keywords>
  <dc:description>Generated from the source builder retained with this deck.</dc:description>
  <cp:lastModifiedBy>柏宏 吳</cp:lastModifiedBy>
  <cp:revision>1</cp:revision>
  <dcterms:created xsi:type="dcterms:W3CDTF">2019-10-21T01:22:34Z</dcterms:created>
  <dcterms:modified xsi:type="dcterms:W3CDTF">2026-08-26T09:06:58Z</dcterms:modified>
  <cp:category>Teaching presentation</cp:category>
  <dc:identifier/>
  <cp:contentStatus>Draft</cp:contentStatus>
  <dc:language>en-US</dc:language>
</cp:coreProperties>
</file>