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63" r:id="rId4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A1A1A1"/>
    <a:srgbClr val="5169CF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46" autoAdjust="0"/>
    <p:restoredTop sz="63235" autoAdjust="0"/>
  </p:normalViewPr>
  <p:slideViewPr>
    <p:cSldViewPr snapToGrid="0">
      <p:cViewPr varScale="1">
        <p:scale>
          <a:sx n="120" d="100"/>
          <a:sy n="120" d="100"/>
        </p:scale>
        <p:origin x="96" y="246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suan lin" userId="75d96c0581c73542" providerId="LiveId" clId="{9148F619-F19C-4406-B500-EC4893408186}"/>
    <pc:docChg chg="custSel addSld modSld">
      <pc:chgData name="hsuan lin" userId="75d96c0581c73542" providerId="LiveId" clId="{9148F619-F19C-4406-B500-EC4893408186}" dt="2021-11-04T09:01:06.892" v="216" actId="20577"/>
      <pc:docMkLst>
        <pc:docMk/>
      </pc:docMkLst>
      <pc:sldChg chg="modSp mod">
        <pc:chgData name="hsuan lin" userId="75d96c0581c73542" providerId="LiveId" clId="{9148F619-F19C-4406-B500-EC4893408186}" dt="2021-11-04T09:00:58.512" v="215" actId="20577"/>
        <pc:sldMkLst>
          <pc:docMk/>
          <pc:sldMk cId="3319272975" sldId="257"/>
        </pc:sldMkLst>
        <pc:spChg chg="mod">
          <ac:chgData name="hsuan lin" userId="75d96c0581c73542" providerId="LiveId" clId="{9148F619-F19C-4406-B500-EC4893408186}" dt="2021-11-04T09:00:26.817" v="209" actId="14100"/>
          <ac:spMkLst>
            <pc:docMk/>
            <pc:sldMk cId="3319272975" sldId="257"/>
            <ac:spMk id="2" creationId="{D717A888-3A67-4167-B3A0-985464D8B0A4}"/>
          </ac:spMkLst>
        </pc:spChg>
        <pc:spChg chg="mod">
          <ac:chgData name="hsuan lin" userId="75d96c0581c73542" providerId="LiveId" clId="{9148F619-F19C-4406-B500-EC4893408186}" dt="2021-11-04T09:00:58.512" v="215" actId="20577"/>
          <ac:spMkLst>
            <pc:docMk/>
            <pc:sldMk cId="3319272975" sldId="257"/>
            <ac:spMk id="3" creationId="{42923D2B-85CD-4334-BA04-D855720022E2}"/>
          </ac:spMkLst>
        </pc:spChg>
      </pc:sldChg>
      <pc:sldChg chg="modSp mod modNotesTx">
        <pc:chgData name="hsuan lin" userId="75d96c0581c73542" providerId="LiveId" clId="{9148F619-F19C-4406-B500-EC4893408186}" dt="2021-11-04T08:48:45.440" v="108"/>
        <pc:sldMkLst>
          <pc:docMk/>
          <pc:sldMk cId="1648703993" sldId="258"/>
        </pc:sldMkLst>
        <pc:spChg chg="mod">
          <ac:chgData name="hsuan lin" userId="75d96c0581c73542" providerId="LiveId" clId="{9148F619-F19C-4406-B500-EC4893408186}" dt="2021-11-04T07:26:18.623" v="95" actId="2711"/>
          <ac:spMkLst>
            <pc:docMk/>
            <pc:sldMk cId="1648703993" sldId="258"/>
            <ac:spMk id="3" creationId="{65806503-5C01-4B3E-86E9-D48C4E519BF5}"/>
          </ac:spMkLst>
        </pc:spChg>
      </pc:sldChg>
      <pc:sldChg chg="modSp mod">
        <pc:chgData name="hsuan lin" userId="75d96c0581c73542" providerId="LiveId" clId="{9148F619-F19C-4406-B500-EC4893408186}" dt="2021-11-04T07:03:01.412" v="80" actId="403"/>
        <pc:sldMkLst>
          <pc:docMk/>
          <pc:sldMk cId="2307341328" sldId="259"/>
        </pc:sldMkLst>
        <pc:spChg chg="mod">
          <ac:chgData name="hsuan lin" userId="75d96c0581c73542" providerId="LiveId" clId="{9148F619-F19C-4406-B500-EC4893408186}" dt="2021-11-04T07:03:01.412" v="80" actId="403"/>
          <ac:spMkLst>
            <pc:docMk/>
            <pc:sldMk cId="2307341328" sldId="259"/>
            <ac:spMk id="2" creationId="{BE9F8501-D86B-4B94-9825-ED91F8F5CEDA}"/>
          </ac:spMkLst>
        </pc:spChg>
      </pc:sldChg>
      <pc:sldChg chg="modSp mod">
        <pc:chgData name="hsuan lin" userId="75d96c0581c73542" providerId="LiveId" clId="{9148F619-F19C-4406-B500-EC4893408186}" dt="2021-11-04T06:54:32.653" v="18" actId="255"/>
        <pc:sldMkLst>
          <pc:docMk/>
          <pc:sldMk cId="4084710029" sldId="260"/>
        </pc:sldMkLst>
        <pc:spChg chg="mod">
          <ac:chgData name="hsuan lin" userId="75d96c0581c73542" providerId="LiveId" clId="{9148F619-F19C-4406-B500-EC4893408186}" dt="2021-11-04T06:54:32.653" v="18" actId="255"/>
          <ac:spMkLst>
            <pc:docMk/>
            <pc:sldMk cId="4084710029" sldId="260"/>
            <ac:spMk id="2" creationId="{74B3FBEF-0419-4E49-9342-98A87E502371}"/>
          </ac:spMkLst>
        </pc:spChg>
      </pc:sldChg>
      <pc:sldChg chg="modSp mod">
        <pc:chgData name="hsuan lin" userId="75d96c0581c73542" providerId="LiveId" clId="{9148F619-F19C-4406-B500-EC4893408186}" dt="2021-11-04T08:51:43.745" v="136" actId="20577"/>
        <pc:sldMkLst>
          <pc:docMk/>
          <pc:sldMk cId="4154017034" sldId="261"/>
        </pc:sldMkLst>
        <pc:spChg chg="mod">
          <ac:chgData name="hsuan lin" userId="75d96c0581c73542" providerId="LiveId" clId="{9148F619-F19C-4406-B500-EC4893408186}" dt="2021-11-04T06:54:43.552" v="29" actId="20577"/>
          <ac:spMkLst>
            <pc:docMk/>
            <pc:sldMk cId="4154017034" sldId="261"/>
            <ac:spMk id="2" creationId="{BE4DD4BB-4ED2-4BE3-8164-0A694E54E0B1}"/>
          </ac:spMkLst>
        </pc:spChg>
        <pc:spChg chg="mod">
          <ac:chgData name="hsuan lin" userId="75d96c0581c73542" providerId="LiveId" clId="{9148F619-F19C-4406-B500-EC4893408186}" dt="2021-11-04T08:51:43.745" v="136" actId="20577"/>
          <ac:spMkLst>
            <pc:docMk/>
            <pc:sldMk cId="4154017034" sldId="261"/>
            <ac:spMk id="3" creationId="{1EE41F18-CC6C-4053-8089-19B11BC56C59}"/>
          </ac:spMkLst>
        </pc:spChg>
      </pc:sldChg>
      <pc:sldChg chg="modSp new mod">
        <pc:chgData name="hsuan lin" userId="75d96c0581c73542" providerId="LiveId" clId="{9148F619-F19C-4406-B500-EC4893408186}" dt="2021-11-04T08:59:22.104" v="194" actId="403"/>
        <pc:sldMkLst>
          <pc:docMk/>
          <pc:sldMk cId="1838510390" sldId="262"/>
        </pc:sldMkLst>
        <pc:spChg chg="mod">
          <ac:chgData name="hsuan lin" userId="75d96c0581c73542" providerId="LiveId" clId="{9148F619-F19C-4406-B500-EC4893408186}" dt="2021-11-04T08:59:22.104" v="194" actId="403"/>
          <ac:spMkLst>
            <pc:docMk/>
            <pc:sldMk cId="1838510390" sldId="262"/>
            <ac:spMk id="2" creationId="{86A5D7C6-39BD-4B31-881D-928C71686C8B}"/>
          </ac:spMkLst>
        </pc:spChg>
      </pc:sldChg>
      <pc:sldChg chg="modSp new mod">
        <pc:chgData name="hsuan lin" userId="75d96c0581c73542" providerId="LiveId" clId="{9148F619-F19C-4406-B500-EC4893408186}" dt="2021-11-04T09:00:43.110" v="213" actId="20577"/>
        <pc:sldMkLst>
          <pc:docMk/>
          <pc:sldMk cId="739603479" sldId="263"/>
        </pc:sldMkLst>
        <pc:spChg chg="mod">
          <ac:chgData name="hsuan lin" userId="75d96c0581c73542" providerId="LiveId" clId="{9148F619-F19C-4406-B500-EC4893408186}" dt="2021-11-04T09:00:43.110" v="213" actId="20577"/>
          <ac:spMkLst>
            <pc:docMk/>
            <pc:sldMk cId="739603479" sldId="263"/>
            <ac:spMk id="2" creationId="{1A90561D-D2D3-4419-968D-2E4828D05CA7}"/>
          </ac:spMkLst>
        </pc:spChg>
      </pc:sldChg>
      <pc:sldChg chg="modSp new mod">
        <pc:chgData name="hsuan lin" userId="75d96c0581c73542" providerId="LiveId" clId="{9148F619-F19C-4406-B500-EC4893408186}" dt="2021-11-04T09:01:06.892" v="216" actId="20577"/>
        <pc:sldMkLst>
          <pc:docMk/>
          <pc:sldMk cId="1413169759" sldId="264"/>
        </pc:sldMkLst>
        <pc:spChg chg="mod">
          <ac:chgData name="hsuan lin" userId="75d96c0581c73542" providerId="LiveId" clId="{9148F619-F19C-4406-B500-EC4893408186}" dt="2021-11-04T09:01:06.892" v="216" actId="20577"/>
          <ac:spMkLst>
            <pc:docMk/>
            <pc:sldMk cId="1413169759" sldId="264"/>
            <ac:spMk id="2" creationId="{EC75C8D8-4D3E-4377-8793-F374301D37E4}"/>
          </ac:spMkLst>
        </pc:spChg>
      </pc:sldChg>
      <pc:sldChg chg="new">
        <pc:chgData name="hsuan lin" userId="75d96c0581c73542" providerId="LiveId" clId="{9148F619-F19C-4406-B500-EC4893408186}" dt="2021-11-04T08:51:11.087" v="112" actId="680"/>
        <pc:sldMkLst>
          <pc:docMk/>
          <pc:sldMk cId="271767711" sldId="265"/>
        </pc:sldMkLst>
      </pc:sldChg>
      <pc:sldChg chg="new">
        <pc:chgData name="hsuan lin" userId="75d96c0581c73542" providerId="LiveId" clId="{9148F619-F19C-4406-B500-EC4893408186}" dt="2021-11-04T08:51:13.589" v="113" actId="680"/>
        <pc:sldMkLst>
          <pc:docMk/>
          <pc:sldMk cId="2483118633" sldId="26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投影片圖像版面配置區 1">
            <a:extLst>
              <a:ext uri="{FF2B5EF4-FFF2-40B4-BE49-F238E27FC236}">
                <a16:creationId xmlns:a16="http://schemas.microsoft.com/office/drawing/2014/main" id="{52DD6A24-A98E-4DBF-988F-7B761AB2582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備忘稿版面配置區 2">
            <a:extLst>
              <a:ext uri="{FF2B5EF4-FFF2-40B4-BE49-F238E27FC236}">
                <a16:creationId xmlns:a16="http://schemas.microsoft.com/office/drawing/2014/main" id="{6BD11D22-EE79-47CD-83AD-EA030A689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7867"/>
            <a:endParaRPr lang="zh-TW" altLang="en-US" b="1" dirty="0"/>
          </a:p>
          <a:p>
            <a:endParaRPr lang="en-US" altLang="zh-TW" dirty="0"/>
          </a:p>
        </p:txBody>
      </p:sp>
      <p:sp>
        <p:nvSpPr>
          <p:cNvPr id="7172" name="投影片編號版面配置區 3">
            <a:extLst>
              <a:ext uri="{FF2B5EF4-FFF2-40B4-BE49-F238E27FC236}">
                <a16:creationId xmlns:a16="http://schemas.microsoft.com/office/drawing/2014/main" id="{00DB4106-20CC-492E-9678-35BDA6FFA4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70142" indent="-29620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84834" indent="-236967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58767" indent="-236967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32701" indent="-236967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06634" indent="-23696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0568" indent="-23696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54501" indent="-23696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28435" indent="-23696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BCEEE4D-7D97-4912-9E8F-A3A237C6348D}" type="slidenum">
              <a:rPr kumimoji="0" lang="de-DE" altLang="zh-TW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</a:t>
            </a:fld>
            <a:endParaRPr kumimoji="0" lang="de-DE" altLang="zh-TW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780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BAEFB6-4136-4525-B476-790D9DDC5129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2519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BAEFB6-4136-4525-B476-790D9DDC5129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435158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://www.csie.ntpu.edu.tw/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://www.csie.ntpu.edu.tw/" TargetMode="External"/><Relationship Id="rId5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7" name="Picture 2" descr="http://www.csie.ntpu.edu.tw/../images/com_logo.png">
            <a:hlinkClick r:id="rId3"/>
            <a:extLst>
              <a:ext uri="{FF2B5EF4-FFF2-40B4-BE49-F238E27FC236}">
                <a16:creationId xmlns:a16="http://schemas.microsoft.com/office/drawing/2014/main" id="{D0820140-DB07-4D07-B368-B3793CA83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684" y="473075"/>
            <a:ext cx="4707824" cy="496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FC584363-FC33-4D49-8A59-4FE845139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0501" y="6347507"/>
            <a:ext cx="1621367" cy="394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13559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27232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DA6B2D65-7BAF-43C7-B91E-A39E5D3D33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493407"/>
          </a:xfrm>
        </p:spPr>
        <p:txBody>
          <a:bodyPr anchor="t"/>
          <a:lstStyle>
            <a:lvl1pPr algn="l">
              <a:defRPr sz="2600" b="1" cap="all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83684" y="2906713"/>
            <a:ext cx="10395475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1EDF3CA7-0D5E-4815-9A06-C63810AA43C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Line 12">
            <a:extLst>
              <a:ext uri="{FF2B5EF4-FFF2-40B4-BE49-F238E27FC236}">
                <a16:creationId xmlns:a16="http://schemas.microsoft.com/office/drawing/2014/main" id="{36761D3C-A27C-42D7-BF5A-4B09483B2316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79159" y="4406900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6" name="Line 13">
            <a:extLst>
              <a:ext uri="{FF2B5EF4-FFF2-40B4-BE49-F238E27FC236}">
                <a16:creationId xmlns:a16="http://schemas.microsoft.com/office/drawing/2014/main" id="{214F02BF-83A2-4F84-B9F8-6E492AF2331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4900307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/>
          </a:p>
        </p:txBody>
      </p:sp>
      <p:pic>
        <p:nvPicPr>
          <p:cNvPr id="7" name="Picture 13">
            <a:extLst>
              <a:ext uri="{FF2B5EF4-FFF2-40B4-BE49-F238E27FC236}">
                <a16:creationId xmlns:a16="http://schemas.microsoft.com/office/drawing/2014/main" id="{E992FE68-6C66-4246-818C-F3747853A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0501" y="6347507"/>
            <a:ext cx="1621367" cy="394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>
            <a:hlinkClick r:id="rId4"/>
            <a:extLst>
              <a:ext uri="{FF2B5EF4-FFF2-40B4-BE49-F238E27FC236}">
                <a16:creationId xmlns:a16="http://schemas.microsoft.com/office/drawing/2014/main" id="{82D95A3C-1537-438F-9A34-CDA2FCD2D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75140" y="340072"/>
            <a:ext cx="4451144" cy="46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8706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2394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7693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2969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2943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46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7096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9364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706586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9" name="Picture 13">
            <a:extLst>
              <a:ext uri="{FF2B5EF4-FFF2-40B4-BE49-F238E27FC236}">
                <a16:creationId xmlns:a16="http://schemas.microsoft.com/office/drawing/2014/main" id="{866DE21F-4EA5-4E05-A2F0-D1DDC61DC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0501" y="6347507"/>
            <a:ext cx="1621367" cy="394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5327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標題 1">
            <a:extLst>
              <a:ext uri="{FF2B5EF4-FFF2-40B4-BE49-F238E27FC236}">
                <a16:creationId xmlns:a16="http://schemas.microsoft.com/office/drawing/2014/main" id="{56255BC9-C893-4296-A997-467D7DAD92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6952" y="1423554"/>
            <a:ext cx="9977021" cy="137345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Hierarchical Reinforcement Learning for RIS-Assisted Energy-Efficient RAN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9CCDE54-4770-4C4E-AECD-56FD48A5EA92}"/>
              </a:ext>
            </a:extLst>
          </p:cNvPr>
          <p:cNvSpPr txBox="1"/>
          <p:nvPr/>
        </p:nvSpPr>
        <p:spPr>
          <a:xfrm>
            <a:off x="577434" y="3217012"/>
            <a:ext cx="11037131" cy="1687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it-IT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Hao Zhou1 , Long Kong1 , Medhat Elsayed2 , Majid Bavand2 , Raimundas Gaigalas3 , Steve Furr2 , and Melike Erol-Kantarci1 , Senior Member, IEEE</a:t>
            </a:r>
          </a:p>
          <a:p>
            <a:pPr algn="ctr">
              <a:lnSpc>
                <a:spcPct val="150000"/>
              </a:lnSpc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GLOBECOM 2022 - 2022 IEEE Global Communications Conference</a:t>
            </a:r>
          </a:p>
        </p:txBody>
      </p:sp>
    </p:spTree>
    <p:extLst>
      <p:ext uri="{BB962C8B-B14F-4D97-AF65-F5344CB8AC3E}">
        <p14:creationId xmlns:p14="http://schemas.microsoft.com/office/powerpoint/2010/main" val="1480708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A09081-3339-92F0-D6B1-05D391593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Outline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A03481-2081-98BE-1CAD-0250504E5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B1A7554-8924-48F5-9FA5-C44C8E5DDDA0}"/>
              </a:ext>
            </a:extLst>
          </p:cNvPr>
          <p:cNvSpPr txBox="1">
            <a:spLocks/>
          </p:cNvSpPr>
          <p:nvPr/>
        </p:nvSpPr>
        <p:spPr bwMode="auto">
          <a:xfrm>
            <a:off x="565151" y="1021977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anose="05050102010706020507" pitchFamily="18" charset="2"/>
              <a:buChar char="·"/>
              <a:defRPr sz="2400" baseline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n-cs"/>
              </a:defRPr>
            </a:lvl1pPr>
            <a:lvl2pPr marL="76200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anose="05050102010706020507" pitchFamily="18" charset="2"/>
              <a:buChar char="·"/>
              <a:defRPr sz="2000" baseline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2pPr>
            <a:lvl3pPr marL="12382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anose="05050102010706020507" pitchFamily="18" charset="2"/>
              <a:buChar char="·"/>
              <a:defRPr sz="2400" baseline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3pPr>
            <a:lvl4pPr marL="1619250" indent="-1905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anose="05050102010706020507" pitchFamily="18" charset="2"/>
              <a:buChar char="·"/>
              <a:defRPr sz="1600" baseline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4pPr>
            <a:lvl5pPr marL="2000250" indent="-1905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anose="05050102010706020507" pitchFamily="18" charset="2"/>
              <a:buChar char="·"/>
              <a:defRPr sz="1600" baseline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5pPr>
            <a:lvl6pPr marL="2457450" indent="-1905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Char char="·"/>
              <a:defRPr sz="1600">
                <a:solidFill>
                  <a:srgbClr val="000000"/>
                </a:solidFill>
                <a:latin typeface="+mn-lt"/>
              </a:defRPr>
            </a:lvl6pPr>
            <a:lvl7pPr marL="2914650" indent="-1905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Char char="·"/>
              <a:defRPr sz="1600">
                <a:solidFill>
                  <a:srgbClr val="000000"/>
                </a:solidFill>
                <a:latin typeface="+mn-lt"/>
              </a:defRPr>
            </a:lvl7pPr>
            <a:lvl8pPr marL="3371850" indent="-1905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Char char="·"/>
              <a:defRPr sz="1600">
                <a:solidFill>
                  <a:srgbClr val="000000"/>
                </a:solidFill>
                <a:latin typeface="+mn-lt"/>
              </a:defRPr>
            </a:lvl8pPr>
            <a:lvl9pPr marL="3829050" indent="-1905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Char char="·"/>
              <a:defRPr sz="1600">
                <a:solidFill>
                  <a:srgbClr val="000000"/>
                </a:solidFill>
                <a:latin typeface="+mn-lt"/>
              </a:defRPr>
            </a:lvl9pPr>
          </a:lstStyle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Abstract</a:t>
            </a:r>
          </a:p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Network and system model</a:t>
            </a:r>
          </a:p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Hierarchical reinforcement learning for energy-efficient Ran</a:t>
            </a:r>
          </a:p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Performance evaluation</a:t>
            </a:r>
          </a:p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Conclusion</a:t>
            </a:r>
          </a:p>
          <a:p>
            <a:endParaRPr lang="en-US" altLang="zh-TW" kern="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kern="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854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ot title"/>
          <p:cNvSpPr txBox="1"/>
          <p:nvPr/>
        </p:nvSpPr>
        <p:spPr>
          <a:xfrm>
            <a:off x="640080" y="118872"/>
            <a:ext cx="854964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Two-Player LC-SRS Teacher</a:t>
            </a:r>
          </a:p>
        </p:txBody>
      </p:sp>
      <p:sp>
        <p:nvSpPr>
          <p:cNvPr id="3" name="Status badge"/>
          <p:cNvSpPr/>
          <p:nvPr/>
        </p:nvSpPr>
        <p:spPr>
          <a:xfrm>
            <a:off x="8897112" y="164592"/>
            <a:ext cx="2624328" cy="393192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E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56404"/>
                </a:solidFill>
                <a:latin typeface="Times New Roman"/>
              </a:rPr>
              <a:t>C3 GATE — HOLD</a:t>
            </a:r>
          </a:p>
        </p:txBody>
      </p:sp>
      <p:sp>
        <p:nvSpPr>
          <p:cNvPr id="4" name="Pilot subtitle"/>
          <p:cNvSpPr txBox="1"/>
          <p:nvPr/>
        </p:nvSpPr>
        <p:spPr>
          <a:xfrm>
            <a:off x="658368" y="859536"/>
            <a:ext cx="10835640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Four matched profiles expose joint beam-closing surplus.</a:t>
            </a:r>
          </a:p>
        </p:txBody>
      </p:sp>
      <p:sp>
        <p:nvSpPr>
          <p:cNvPr id="5" name="Matched profile panel"/>
          <p:cNvSpPr/>
          <p:nvPr/>
        </p:nvSpPr>
        <p:spPr>
          <a:xfrm>
            <a:off x="566928" y="1325880"/>
            <a:ext cx="3886200" cy="4709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444752"/>
            <a:ext cx="347472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Matched physical profiles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01952"/>
            <a:ext cx="176479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38528"/>
            <a:ext cx="41148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938528"/>
            <a:ext cx="118872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stay</a:t>
            </a:r>
          </a:p>
        </p:txBody>
      </p:sp>
      <p:sp>
        <p:nvSpPr>
          <p:cNvPr id="10" name="Isosceles Triangle 9"/>
          <p:cNvSpPr/>
          <p:nvPr/>
        </p:nvSpPr>
        <p:spPr>
          <a:xfrm rot="10800000">
            <a:off x="1408176" y="2404872"/>
            <a:ext cx="438912" cy="420624"/>
          </a:xfrm>
          <a:prstGeom prst="triangle">
            <a:avLst/>
          </a:prstGeom>
          <a:solidFill>
            <a:srgbClr val="E0E7FF"/>
          </a:solidFill>
          <a:ln>
            <a:solidFill>
              <a:srgbClr val="323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" y="2697480"/>
            <a:ext cx="256032" cy="256032"/>
          </a:xfrm>
          <a:prstGeom prst="ellipse">
            <a:avLst/>
          </a:prstGeom>
          <a:solidFill>
            <a:srgbClr val="94A3B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75104" y="2697480"/>
            <a:ext cx="256032" cy="256032"/>
          </a:xfrm>
          <a:prstGeom prst="ellipse">
            <a:avLst/>
          </a:prstGeom>
          <a:solidFill>
            <a:srgbClr val="94A3B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96896" y="1901952"/>
            <a:ext cx="176479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0048" y="1938528"/>
            <a:ext cx="41148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528" y="1938528"/>
            <a:ext cx="118872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move 1</a:t>
            </a:r>
          </a:p>
        </p:txBody>
      </p:sp>
      <p:sp>
        <p:nvSpPr>
          <p:cNvPr id="16" name="Isosceles Triangle 15"/>
          <p:cNvSpPr/>
          <p:nvPr/>
        </p:nvSpPr>
        <p:spPr>
          <a:xfrm rot="10800000">
            <a:off x="3255263" y="2404872"/>
            <a:ext cx="438912" cy="420624"/>
          </a:xfrm>
          <a:prstGeom prst="triangle">
            <a:avLst/>
          </a:prstGeom>
          <a:solidFill>
            <a:srgbClr val="E0E7FF"/>
          </a:solidFill>
          <a:ln>
            <a:solidFill>
              <a:srgbClr val="323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26079" y="2697480"/>
            <a:ext cx="256032" cy="256032"/>
          </a:xfrm>
          <a:prstGeom prst="ellipse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822191" y="2697480"/>
            <a:ext cx="256032" cy="256032"/>
          </a:xfrm>
          <a:prstGeom prst="ellipse">
            <a:avLst/>
          </a:prstGeom>
          <a:solidFill>
            <a:srgbClr val="94A3B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9808" y="3136392"/>
            <a:ext cx="176479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3172968"/>
            <a:ext cx="41148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172968"/>
            <a:ext cx="118872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move 2</a:t>
            </a:r>
          </a:p>
        </p:txBody>
      </p:sp>
      <p:sp>
        <p:nvSpPr>
          <p:cNvPr id="22" name="Isosceles Triangle 21"/>
          <p:cNvSpPr/>
          <p:nvPr/>
        </p:nvSpPr>
        <p:spPr>
          <a:xfrm rot="10800000">
            <a:off x="1408176" y="3639312"/>
            <a:ext cx="438912" cy="420624"/>
          </a:xfrm>
          <a:prstGeom prst="triangle">
            <a:avLst/>
          </a:prstGeom>
          <a:solidFill>
            <a:srgbClr val="E0E7FF"/>
          </a:solidFill>
          <a:ln>
            <a:solidFill>
              <a:srgbClr val="323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8992" y="3931920"/>
            <a:ext cx="256032" cy="256032"/>
          </a:xfrm>
          <a:prstGeom prst="ellipse">
            <a:avLst/>
          </a:prstGeom>
          <a:solidFill>
            <a:srgbClr val="94A3B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975104" y="3931920"/>
            <a:ext cx="256032" cy="256032"/>
          </a:xfrm>
          <a:prstGeom prst="ellipse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96896" y="3136392"/>
            <a:ext cx="176479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70048" y="3172968"/>
            <a:ext cx="41148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81528" y="3172968"/>
            <a:ext cx="118872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move 1+2</a:t>
            </a:r>
          </a:p>
        </p:txBody>
      </p:sp>
      <p:sp>
        <p:nvSpPr>
          <p:cNvPr id="28" name="Isosceles Triangle 27"/>
          <p:cNvSpPr/>
          <p:nvPr/>
        </p:nvSpPr>
        <p:spPr>
          <a:xfrm rot="10800000">
            <a:off x="3255263" y="3639312"/>
            <a:ext cx="438912" cy="420624"/>
          </a:xfrm>
          <a:prstGeom prst="triangle">
            <a:avLst/>
          </a:prstGeom>
          <a:solidFill>
            <a:srgbClr val="E0E7FF"/>
          </a:solidFill>
          <a:ln>
            <a:solidFill>
              <a:srgbClr val="323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6079" y="3931920"/>
            <a:ext cx="256032" cy="256032"/>
          </a:xfrm>
          <a:prstGeom prst="ellipse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22191" y="3931920"/>
            <a:ext cx="256032" cy="256032"/>
          </a:xfrm>
          <a:prstGeom prst="ellipse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Matched field callout"/>
          <p:cNvSpPr/>
          <p:nvPr/>
        </p:nvSpPr>
        <p:spPr>
          <a:xfrm>
            <a:off x="749808" y="4489704"/>
            <a:ext cx="3611880" cy="12801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323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Sealed anchor
Matched fading
Member actions only</a:t>
            </a:r>
          </a:p>
        </p:txBody>
      </p:sp>
      <p:sp>
        <p:nvSpPr>
          <p:cNvPr id="32" name="Teacher formula panel"/>
          <p:cNvSpPr/>
          <p:nvPr/>
        </p:nvSpPr>
        <p:spPr>
          <a:xfrm>
            <a:off x="4645152" y="1325880"/>
            <a:ext cx="6976872" cy="47091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323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28032" y="1435608"/>
            <a:ext cx="6537960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From local terms to an exact coalition residual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1938528"/>
            <a:ext cx="713232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B5563"/>
                </a:solidFill>
                <a:latin typeface="Times New Roman"/>
              </a:rPr>
              <a:t>Own</a:t>
            </a:r>
          </a:p>
        </p:txBody>
      </p:sp>
      <p:sp>
        <p:nvSpPr>
          <p:cNvPr id="35" name="Math host local"/>
          <p:cNvSpPr/>
          <p:nvPr/>
        </p:nvSpPr>
        <p:spPr>
          <a:xfrm>
            <a:off x="5513832" y="1755648"/>
            <a:ext cx="586130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[[PPT_NATIVE_MATH:local]]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2688336"/>
            <a:ext cx="713232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B5563"/>
                </a:solidFill>
                <a:latin typeface="Times New Roman"/>
              </a:rPr>
              <a:t>Spill</a:t>
            </a:r>
          </a:p>
        </p:txBody>
      </p:sp>
      <p:sp>
        <p:nvSpPr>
          <p:cNvPr id="37" name="Math host externality"/>
          <p:cNvSpPr/>
          <p:nvPr/>
        </p:nvSpPr>
        <p:spPr>
          <a:xfrm>
            <a:off x="5513832" y="2505456"/>
            <a:ext cx="586130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[[PPT_NATIVE_MATH:externality]]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0600" y="3474720"/>
            <a:ext cx="713232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B5563"/>
                </a:solidFill>
                <a:latin typeface="Times New Roman"/>
              </a:rPr>
              <a:t>C3</a:t>
            </a:r>
          </a:p>
        </p:txBody>
      </p:sp>
      <p:sp>
        <p:nvSpPr>
          <p:cNvPr id="39" name="Math host target"/>
          <p:cNvSpPr/>
          <p:nvPr/>
        </p:nvSpPr>
        <p:spPr>
          <a:xfrm>
            <a:off x="5513832" y="3255264"/>
            <a:ext cx="586130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[[PPT_NATIVE_MATH:target]]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0600" y="4325112"/>
            <a:ext cx="713232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6A34A"/>
                </a:solidFill>
                <a:latin typeface="Times New Roman"/>
              </a:rPr>
              <a:t>Sum</a:t>
            </a:r>
          </a:p>
        </p:txBody>
      </p:sp>
      <p:sp>
        <p:nvSpPr>
          <p:cNvPr id="41" name="Math host identity"/>
          <p:cNvSpPr/>
          <p:nvPr/>
        </p:nvSpPr>
        <p:spPr>
          <a:xfrm>
            <a:off x="5513832" y="4050791"/>
            <a:ext cx="5861304" cy="877824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[[PPT_NATIVE_MATH:identity]]</a:t>
            </a:r>
          </a:p>
        </p:txBody>
      </p:sp>
      <p:sp>
        <p:nvSpPr>
          <p:cNvPr id="42" name="Teacher runtime boundary"/>
          <p:cNvSpPr/>
          <p:nvPr/>
        </p:nvSpPr>
        <p:spPr>
          <a:xfrm>
            <a:off x="4846320" y="5129784"/>
            <a:ext cx="6528816" cy="713232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Teacher only: four profiles are offline. Runtime keeps one masked argmax and no coordinator.</a:t>
            </a:r>
          </a:p>
        </p:txBody>
      </p:sp>
    </p:spTree>
    <p:extLst>
      <p:ext uri="{BB962C8B-B14F-4D97-AF65-F5344CB8AC3E}">
        <p14:creationId xmlns:p14="http://schemas.microsoft.com/office/powerpoint/2010/main" val="3382300312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42497</TotalTime>
  <Words>88</Words>
  <Application>Microsoft Office PowerPoint</Application>
  <PresentationFormat>寬螢幕</PresentationFormat>
  <Paragraphs>18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Arial</vt:lpstr>
      <vt:lpstr>Calibri</vt:lpstr>
      <vt:lpstr>Symbol</vt:lpstr>
      <vt:lpstr>Tahoma</vt:lpstr>
      <vt:lpstr>Times New Roman</vt:lpstr>
      <vt:lpstr>佈景主題1</vt:lpstr>
      <vt:lpstr>Hierarchical Reinforcement Learning for RIS-Assisted Energy-Efficient RAN</vt:lpstr>
      <vt:lpstr>Outline</vt:lpstr>
      <vt:lpstr>Abstract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1330</cp:revision>
  <dcterms:created xsi:type="dcterms:W3CDTF">2019-10-21T01:22:34Z</dcterms:created>
  <dcterms:modified xsi:type="dcterms:W3CDTF">2026-06-12T15:51:03Z</dcterms:modified>
</cp:coreProperties>
</file>